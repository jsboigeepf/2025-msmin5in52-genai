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52" d="100"/>
          <a:sy n="52" d="100"/>
        </p:scale>
        <p:origin x="87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8DB58-52CB-3489-45B5-27E475F4D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82D1C2-89A0-148D-DFDF-5FED773D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72CB6-D3CD-B6FF-83CC-E36D453B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11AB83-1723-4BF7-08F3-42DC21D3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BEA25B-5A98-B630-3EE9-B6DB922C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9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675A3-6127-C2E2-D478-1ED6740D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35091-BF6C-0FC3-EFBB-249EA7F60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E6DE7-F53C-3F8D-6B6F-F0885666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8DAF78-F6B7-B25A-18BE-AFD7D028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9713DB-4017-CAB8-9820-192F00B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50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18812-3282-2F0D-C17B-4CA82C86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87E96-415C-8927-CE9B-28218235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0CCDC-87BB-618D-2190-FA4A2EE5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3ACD4-1B36-0752-2BF8-672AB634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C99701-54B2-D45A-3110-62D1C6DB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679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E733B-5A9C-4979-522F-119BCF48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48096-729B-8EA1-04FF-AD54D6E46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E30A1B-6E83-C5D4-50C5-B1D695000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8493A7-9802-8B82-23A2-7A10423E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FB8778-590A-80BD-0B7B-5C03DCB4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8931F3-39E9-9C10-8DCF-71E412D1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577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7A68C6-8DE7-CCF5-EAD3-870B5298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E860AA-C1C4-931B-CA0C-6F457239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74A684-A24A-1F27-8085-AFA8F8AEF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6359DB-DFEE-3855-D7B9-6CA09F416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879827-B70D-59F1-A75F-22106DA25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6043DB-72D0-46E9-B3D8-0B06CCE3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8B187D-7904-7327-77E1-276FE234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7EE2A4-E032-D78B-1D50-463B32FB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562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669E6-E833-A6C6-23A2-C2230E36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54A8F6-A625-F175-047E-F3F67704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0CBD66-4924-2801-8AA1-83556C8B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673677-5FFC-03EE-ADDA-EEBE2A8B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500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7B199A9-02C4-F8F5-6E19-B38E70D4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1C6BC4-BBE8-76B7-535D-A10C557FB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50889D-6231-8DAE-8918-91063E29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149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E3A4F0-CE72-B48D-06CA-2BA8E23C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0FD22-CD2C-E0EB-DA4D-7F7C6091A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9CF8EC-A6EA-953D-2283-02CB87730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310399-0829-87AB-4BEC-71AA23A6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ADC04A-3FFE-D17C-B555-EEBDC08A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51E978-4576-2DC8-3065-55802B86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8300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378BE1-B320-AE99-D8F3-82478630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4131E0-BF30-9515-8B19-9D60DD912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E4F6B4-78DA-A5DA-7A02-03BDFFF5E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A52A5D-048C-2E6F-022D-16B654B8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637F41-EFB7-DBB0-FEA6-BD051950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BA0E7B-33F4-F40E-51B7-C5AF6F93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232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52F59-1591-BD7C-02BE-85E028C2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C03EF5-1B9C-8F6A-5D6E-F880CD1E2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C8509-DB7A-8AE3-46D2-C150EAB8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8BB842-E568-069A-1F6D-F5CE687C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B7D27F-1A89-8AD9-DF81-EB1B2FE8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67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0EC6862-6D1A-348B-A2CB-CB16D5DAF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D5F6B1-1128-5323-9D16-AE7DE7B65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29D005-4B6E-BC57-D847-2D674C2A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824B36-3F9F-1F9E-F5CE-C152B0DE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A79F70-8565-EB57-2B9C-623D3B7D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989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B9FC34-4E29-2955-8874-BBBC0CC1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60F1C2-563B-4700-6000-CCDFC25E0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F0FB99-37A3-D5F8-2CB0-0DEEEC680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0B1C7-C42C-4FBE-809D-2AC1B1F34687}" type="datetimeFigureOut">
              <a:rPr lang="fr-FR" smtClean="0"/>
              <a:t>03/11/2025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0A5E7D-3D0B-43DB-28D5-22CD507F9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238A4B-2BC8-1D51-737F-3D4A45769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EDB07-13F8-45B2-823E-30D6BF2642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928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BC93E13F-0F91-5BB1-0B56-1995DD7D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149" y="-68825"/>
            <a:ext cx="12418423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9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C3A187E-E768-614C-FCF2-D7AE6166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93" y="-61794"/>
            <a:ext cx="12370675" cy="69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7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ABFB14-46B4-8541-9E06-D084D7C8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66C73E-288D-EE3A-2E03-FCA43803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DDE056-B772-B09F-E00D-D0A2AC6F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1" y="-41973"/>
            <a:ext cx="12349654" cy="694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7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72924-7F19-3F22-6EAF-B07ED24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F0325-9962-7BDB-A244-30410BAE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A18E62-55A4-40E2-09A9-E065B4A2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083" y="-43168"/>
            <a:ext cx="12442342" cy="69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7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C8D26-4584-84D8-27D9-2079E5E3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66B22D-6015-B6CE-553C-92BF2FE49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9B2566-7B40-BF0C-2092-CDA38815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9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9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6F253-A45D-FEB5-A004-9F521BA7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5262EF-E367-10BE-CFAC-3FEE8DB66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24C507-AE24-5D3C-92BC-8C3B9F8E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1" y="-41972"/>
            <a:ext cx="12339144" cy="694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0738C-C9E8-1856-1437-8B056D22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2AB4D7-F4EB-F2E6-7AC9-15E7B29E4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DBE096-6E11-FEC7-6B55-2C803635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94" y="-48491"/>
            <a:ext cx="12360165" cy="694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5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E98B7-DA16-FD74-57CE-B60F1A25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A9623-5E9E-7A22-283B-09190FF6B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75C898-592B-7E81-C3BA-E8DF061C3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083" y="-29016"/>
            <a:ext cx="12308309" cy="688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3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56DAE-F72B-1690-3372-C44C4049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4AED76-2E46-1E6F-9ECC-9E1832446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54563F-9A86-034E-82C1-FFF7B0BD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94" y="-41699"/>
            <a:ext cx="12484907" cy="699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5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FB62F-1CCA-68AE-33AF-A1350014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B3CC8-D25D-715D-A157-E92F47075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B748911-544E-073A-20ED-D51B8EF7D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9" y="1"/>
            <a:ext cx="12313192" cy="69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8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CDC0D-1E67-6672-9295-A5F878E4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19B2D-0E4B-1220-0402-BA879FBC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CAB8EE-3EF6-89CC-E98A-A1E9B18E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93" y="-73324"/>
            <a:ext cx="12391696" cy="701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66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21B52D043C8C41B5A59DC574D18360" ma:contentTypeVersion="13" ma:contentTypeDescription="Create a new document." ma:contentTypeScope="" ma:versionID="15f1befc2364a37f2bcbfb55aaaf9e34">
  <xsd:schema xmlns:xsd="http://www.w3.org/2001/XMLSchema" xmlns:xs="http://www.w3.org/2001/XMLSchema" xmlns:p="http://schemas.microsoft.com/office/2006/metadata/properties" xmlns:ns3="7e0ca4fe-8a75-408c-a634-b6184c5839ed" xmlns:ns4="e4a4b082-b202-4c63-8cb7-97f28cf6a167" targetNamespace="http://schemas.microsoft.com/office/2006/metadata/properties" ma:root="true" ma:fieldsID="1c41238cd921819726f98b6d005fa21d" ns3:_="" ns4:_="">
    <xsd:import namespace="7e0ca4fe-8a75-408c-a634-b6184c5839ed"/>
    <xsd:import namespace="e4a4b082-b202-4c63-8cb7-97f28cf6a1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0ca4fe-8a75-408c-a634-b6184c5839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4b082-b202-4c63-8cb7-97f28cf6a16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0ca4fe-8a75-408c-a634-b6184c5839e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1B55A8-C1E6-487A-829A-C786227703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0ca4fe-8a75-408c-a634-b6184c5839ed"/>
    <ds:schemaRef ds:uri="e4a4b082-b202-4c63-8cb7-97f28cf6a1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D9A0E-9590-422D-866E-3FFF7A901EB0}">
  <ds:schemaRefs>
    <ds:schemaRef ds:uri="http://purl.org/dc/dcmitype/"/>
    <ds:schemaRef ds:uri="http://schemas.microsoft.com/office/2006/metadata/properties"/>
    <ds:schemaRef ds:uri="e4a4b082-b202-4c63-8cb7-97f28cf6a167"/>
    <ds:schemaRef ds:uri="http://purl.org/dc/terms/"/>
    <ds:schemaRef ds:uri="http://purl.org/dc/elements/1.1/"/>
    <ds:schemaRef ds:uri="7e0ca4fe-8a75-408c-a634-b6184c5839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BE012D-5038-4C42-BC0F-12C6B4E646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</Words>
  <Application>Microsoft Office PowerPoint</Application>
  <PresentationFormat>Grand écran</PresentationFormat>
  <Paragraphs>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THEPAUT Julien</dc:creator>
  <cp:lastModifiedBy>LO NEGRO Dorian</cp:lastModifiedBy>
  <cp:revision>5</cp:revision>
  <dcterms:created xsi:type="dcterms:W3CDTF">2025-11-03T10:24:14Z</dcterms:created>
  <dcterms:modified xsi:type="dcterms:W3CDTF">2025-11-03T20:31:13Z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0x0101003421B52D043C8C41B5A59DC574D18360</vt:lpwstr>
  </property>
</Properties>
</file>