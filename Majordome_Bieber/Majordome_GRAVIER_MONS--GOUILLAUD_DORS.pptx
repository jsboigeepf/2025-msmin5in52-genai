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58" r:id="rId4"/>
    <p:sldId id="259" r:id="rId5"/>
    <p:sldId id="260" r:id="rId6"/>
    <p:sldId id="267" r:id="rId7"/>
    <p:sldId id="269" r:id="rId8"/>
    <p:sldId id="270" r:id="rId9"/>
    <p:sldId id="265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94B4"/>
    <a:srgbClr val="DBDBDE"/>
    <a:srgbClr val="34495E"/>
    <a:srgbClr val="A8AFC6"/>
    <a:srgbClr val="A9AFC7"/>
    <a:srgbClr val="283443"/>
    <a:srgbClr val="575F7E"/>
    <a:srgbClr val="8EAD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962A85-419B-4FC0-A734-FC283AB3AB55}" v="217" dt="2025-11-02T15:18:51.685"/>
    <p1510:client id="{45F319B4-F1D3-B885-0142-8EE248186954}" v="2" dt="2025-11-03T15:29:26.356"/>
    <p1510:client id="{469EF40C-3975-4CAA-8A99-FABF87C8858A}" v="552" dt="2025-11-03T13:27:28.058"/>
    <p1510:client id="{AD67150A-A283-4432-9DCA-494A84E2C6BC}" v="1591" dt="2025-11-03T13:50:36.159"/>
    <p1510:client id="{B5BB9A15-65BE-F5DD-C468-3B14CA51EDB4}" v="7" dt="2025-11-03T15:28:28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VIER Camille" userId="S::camille.gravier@epfedu.fr::15f4e898-39b7-4818-9597-b8d8dea42df4" providerId="AD" clId="Web-{B5BB9A15-65BE-F5DD-C468-3B14CA51EDB4}"/>
    <pc:docChg chg="modSld">
      <pc:chgData name="GRAVIER Camille" userId="S::camille.gravier@epfedu.fr::15f4e898-39b7-4818-9597-b8d8dea42df4" providerId="AD" clId="Web-{B5BB9A15-65BE-F5DD-C468-3B14CA51EDB4}" dt="2025-11-03T15:28:28.106" v="6"/>
      <pc:docMkLst>
        <pc:docMk/>
      </pc:docMkLst>
      <pc:sldChg chg="modSp">
        <pc:chgData name="GRAVIER Camille" userId="S::camille.gravier@epfedu.fr::15f4e898-39b7-4818-9597-b8d8dea42df4" providerId="AD" clId="Web-{B5BB9A15-65BE-F5DD-C468-3B14CA51EDB4}" dt="2025-11-03T15:28:09.406" v="2" actId="1076"/>
        <pc:sldMkLst>
          <pc:docMk/>
          <pc:sldMk cId="1075241868" sldId="256"/>
        </pc:sldMkLst>
        <pc:picChg chg="mod">
          <ac:chgData name="GRAVIER Camille" userId="S::camille.gravier@epfedu.fr::15f4e898-39b7-4818-9597-b8d8dea42df4" providerId="AD" clId="Web-{B5BB9A15-65BE-F5DD-C468-3B14CA51EDB4}" dt="2025-11-03T15:28:09.406" v="2" actId="1076"/>
          <ac:picMkLst>
            <pc:docMk/>
            <pc:sldMk cId="1075241868" sldId="256"/>
            <ac:picMk id="11" creationId="{D55B99E4-880E-CB30-16F0-DB0FB7B8085B}"/>
          </ac:picMkLst>
        </pc:picChg>
      </pc:sldChg>
      <pc:sldChg chg="addSp delSp">
        <pc:chgData name="GRAVIER Camille" userId="S::camille.gravier@epfedu.fr::15f4e898-39b7-4818-9597-b8d8dea42df4" providerId="AD" clId="Web-{B5BB9A15-65BE-F5DD-C468-3B14CA51EDB4}" dt="2025-11-03T15:28:28.106" v="6"/>
        <pc:sldMkLst>
          <pc:docMk/>
          <pc:sldMk cId="3072236882" sldId="258"/>
        </pc:sldMkLst>
        <pc:picChg chg="add del">
          <ac:chgData name="GRAVIER Camille" userId="S::camille.gravier@epfedu.fr::15f4e898-39b7-4818-9597-b8d8dea42df4" providerId="AD" clId="Web-{B5BB9A15-65BE-F5DD-C468-3B14CA51EDB4}" dt="2025-11-03T15:28:26.763" v="5"/>
          <ac:picMkLst>
            <pc:docMk/>
            <pc:sldMk cId="3072236882" sldId="258"/>
            <ac:picMk id="41" creationId="{D72DB6F2-A2BA-60C1-3E76-26ABA5F6E37C}"/>
          </ac:picMkLst>
        </pc:picChg>
        <pc:picChg chg="add">
          <ac:chgData name="GRAVIER Camille" userId="S::camille.gravier@epfedu.fr::15f4e898-39b7-4818-9597-b8d8dea42df4" providerId="AD" clId="Web-{B5BB9A15-65BE-F5DD-C468-3B14CA51EDB4}" dt="2025-11-03T15:28:28.106" v="6"/>
          <ac:picMkLst>
            <pc:docMk/>
            <pc:sldMk cId="3072236882" sldId="258"/>
            <ac:picMk id="43" creationId="{990A5652-C7D0-41B0-5617-F25C79DBE9C6}"/>
          </ac:picMkLst>
        </pc:picChg>
      </pc:sldChg>
      <pc:sldChg chg="addSp delSp">
        <pc:chgData name="GRAVIER Camille" userId="S::camille.gravier@epfedu.fr::15f4e898-39b7-4818-9597-b8d8dea42df4" providerId="AD" clId="Web-{B5BB9A15-65BE-F5DD-C468-3B14CA51EDB4}" dt="2025-11-03T15:28:19.966" v="4"/>
        <pc:sldMkLst>
          <pc:docMk/>
          <pc:sldMk cId="3014562135" sldId="268"/>
        </pc:sldMkLst>
        <pc:picChg chg="add">
          <ac:chgData name="GRAVIER Camille" userId="S::camille.gravier@epfedu.fr::15f4e898-39b7-4818-9597-b8d8dea42df4" providerId="AD" clId="Web-{B5BB9A15-65BE-F5DD-C468-3B14CA51EDB4}" dt="2025-11-03T15:28:19.966" v="4"/>
          <ac:picMkLst>
            <pc:docMk/>
            <pc:sldMk cId="3014562135" sldId="268"/>
            <ac:picMk id="3" creationId="{F3AF8F73-F262-E847-8FCE-330F4CF3A9A8}"/>
          </ac:picMkLst>
        </pc:picChg>
        <pc:picChg chg="del">
          <ac:chgData name="GRAVIER Camille" userId="S::camille.gravier@epfedu.fr::15f4e898-39b7-4818-9597-b8d8dea42df4" providerId="AD" clId="Web-{B5BB9A15-65BE-F5DD-C468-3B14CA51EDB4}" dt="2025-11-03T15:28:18.700" v="3"/>
          <ac:picMkLst>
            <pc:docMk/>
            <pc:sldMk cId="3014562135" sldId="268"/>
            <ac:picMk id="11" creationId="{837FCD77-F00E-3E2B-846F-4D07C784124C}"/>
          </ac:picMkLst>
        </pc:picChg>
      </pc:sldChg>
    </pc:docChg>
  </pc:docChgLst>
  <pc:docChgLst>
    <pc:chgData name="DORS Sebastien" userId="c8a8ab7e-62a9-47cc-be65-152bff4ab635" providerId="ADAL" clId="{D3A7C591-78C1-4A2F-B3E4-6466806FA227}"/>
    <pc:docChg chg="undo redo custSel addSld delSld modSld sldOrd">
      <pc:chgData name="DORS Sebastien" userId="c8a8ab7e-62a9-47cc-be65-152bff4ab635" providerId="ADAL" clId="{D3A7C591-78C1-4A2F-B3E4-6466806FA227}" dt="2025-11-02T15:19:14.310" v="2390" actId="1076"/>
      <pc:docMkLst>
        <pc:docMk/>
      </pc:docMkLst>
      <pc:sldChg chg="addSp delSp modSp mod">
        <pc:chgData name="DORS Sebastien" userId="c8a8ab7e-62a9-47cc-be65-152bff4ab635" providerId="ADAL" clId="{D3A7C591-78C1-4A2F-B3E4-6466806FA227}" dt="2025-11-02T14:02:47.935" v="1335" actId="1076"/>
        <pc:sldMkLst>
          <pc:docMk/>
          <pc:sldMk cId="1075241868" sldId="256"/>
        </pc:sldMkLst>
        <pc:spChg chg="mod">
          <ac:chgData name="DORS Sebastien" userId="c8a8ab7e-62a9-47cc-be65-152bff4ab635" providerId="ADAL" clId="{D3A7C591-78C1-4A2F-B3E4-6466806FA227}" dt="2025-11-01T17:37:53.889" v="686" actId="1076"/>
          <ac:spMkLst>
            <pc:docMk/>
            <pc:sldMk cId="1075241868" sldId="256"/>
            <ac:spMk id="2" creationId="{653E2E86-8DEB-0DE9-F2A8-2CBB848043C1}"/>
          </ac:spMkLst>
        </pc:spChg>
        <pc:spChg chg="mod">
          <ac:chgData name="DORS Sebastien" userId="c8a8ab7e-62a9-47cc-be65-152bff4ab635" providerId="ADAL" clId="{D3A7C591-78C1-4A2F-B3E4-6466806FA227}" dt="2025-11-01T17:37:51.555" v="685" actId="1076"/>
          <ac:spMkLst>
            <pc:docMk/>
            <pc:sldMk cId="1075241868" sldId="256"/>
            <ac:spMk id="3" creationId="{215180BE-5C80-6D5A-6DDD-B4561DA243AD}"/>
          </ac:spMkLst>
        </pc:spChg>
        <pc:spChg chg="add mod ord">
          <ac:chgData name="DORS Sebastien" userId="c8a8ab7e-62a9-47cc-be65-152bff4ab635" providerId="ADAL" clId="{D3A7C591-78C1-4A2F-B3E4-6466806FA227}" dt="2025-11-02T14:02:47.935" v="1335" actId="1076"/>
          <ac:spMkLst>
            <pc:docMk/>
            <pc:sldMk cId="1075241868" sldId="256"/>
            <ac:spMk id="4" creationId="{2487A117-B7B6-3279-8B7C-C999502E7232}"/>
          </ac:spMkLst>
        </pc:spChg>
        <pc:spChg chg="add mod">
          <ac:chgData name="DORS Sebastien" userId="c8a8ab7e-62a9-47cc-be65-152bff4ab635" providerId="ADAL" clId="{D3A7C591-78C1-4A2F-B3E4-6466806FA227}" dt="2025-11-01T17:38:00.785" v="689" actId="1076"/>
          <ac:spMkLst>
            <pc:docMk/>
            <pc:sldMk cId="1075241868" sldId="256"/>
            <ac:spMk id="5" creationId="{A81567F4-BC0D-60E4-B077-991E28CA3E24}"/>
          </ac:spMkLst>
        </pc:spChg>
        <pc:spChg chg="add mod">
          <ac:chgData name="DORS Sebastien" userId="c8a8ab7e-62a9-47cc-be65-152bff4ab635" providerId="ADAL" clId="{D3A7C591-78C1-4A2F-B3E4-6466806FA227}" dt="2025-11-01T17:40:09.869" v="696" actId="1076"/>
          <ac:spMkLst>
            <pc:docMk/>
            <pc:sldMk cId="1075241868" sldId="256"/>
            <ac:spMk id="8" creationId="{2FAFA19A-5459-1C1A-52B0-3F1A42931C99}"/>
          </ac:spMkLst>
        </pc:spChg>
      </pc:sldChg>
      <pc:sldChg chg="addSp delSp modSp new mod setBg">
        <pc:chgData name="DORS Sebastien" userId="c8a8ab7e-62a9-47cc-be65-152bff4ab635" providerId="ADAL" clId="{D3A7C591-78C1-4A2F-B3E4-6466806FA227}" dt="2025-11-02T15:00:36.892" v="2228" actId="1076"/>
        <pc:sldMkLst>
          <pc:docMk/>
          <pc:sldMk cId="569702824" sldId="257"/>
        </pc:sldMkLst>
        <pc:spChg chg="add mod ord">
          <ac:chgData name="DORS Sebastien" userId="c8a8ab7e-62a9-47cc-be65-152bff4ab635" providerId="ADAL" clId="{D3A7C591-78C1-4A2F-B3E4-6466806FA227}" dt="2025-11-02T15:00:36.892" v="2228" actId="1076"/>
          <ac:spMkLst>
            <pc:docMk/>
            <pc:sldMk cId="569702824" sldId="257"/>
            <ac:spMk id="4" creationId="{4BA32162-A975-87B8-2536-E6BD85F90D22}"/>
          </ac:spMkLst>
        </pc:spChg>
        <pc:graphicFrameChg chg="add mod modGraphic">
          <ac:chgData name="DORS Sebastien" userId="c8a8ab7e-62a9-47cc-be65-152bff4ab635" providerId="ADAL" clId="{D3A7C591-78C1-4A2F-B3E4-6466806FA227}" dt="2025-11-02T14:46:18.897" v="1961" actId="20577"/>
          <ac:graphicFrameMkLst>
            <pc:docMk/>
            <pc:sldMk cId="569702824" sldId="257"/>
            <ac:graphicFrameMk id="19" creationId="{DA198A80-4466-D93D-7B87-6379AB7DA495}"/>
          </ac:graphicFrameMkLst>
        </pc:graphicFrameChg>
      </pc:sldChg>
      <pc:sldChg chg="addSp delSp modSp new mod setBg">
        <pc:chgData name="DORS Sebastien" userId="c8a8ab7e-62a9-47cc-be65-152bff4ab635" providerId="ADAL" clId="{D3A7C591-78C1-4A2F-B3E4-6466806FA227}" dt="2025-11-02T14:46:25.227" v="1963" actId="20577"/>
        <pc:sldMkLst>
          <pc:docMk/>
          <pc:sldMk cId="3072236882" sldId="258"/>
        </pc:sldMkLst>
        <pc:spChg chg="mod">
          <ac:chgData name="DORS Sebastien" userId="c8a8ab7e-62a9-47cc-be65-152bff4ab635" providerId="ADAL" clId="{D3A7C591-78C1-4A2F-B3E4-6466806FA227}" dt="2025-11-02T14:13:05.934" v="1472" actId="207"/>
          <ac:spMkLst>
            <pc:docMk/>
            <pc:sldMk cId="3072236882" sldId="258"/>
            <ac:spMk id="2" creationId="{DC1F446A-CAE3-13A5-8FDA-5D1D4767D370}"/>
          </ac:spMkLst>
        </pc:spChg>
        <pc:spChg chg="add mod">
          <ac:chgData name="DORS Sebastien" userId="c8a8ab7e-62a9-47cc-be65-152bff4ab635" providerId="ADAL" clId="{D3A7C591-78C1-4A2F-B3E4-6466806FA227}" dt="2025-11-01T18:41:54.562" v="1109" actId="207"/>
          <ac:spMkLst>
            <pc:docMk/>
            <pc:sldMk cId="3072236882" sldId="258"/>
            <ac:spMk id="9" creationId="{52EB3A67-629F-6222-48B0-6FC25805AD4B}"/>
          </ac:spMkLst>
        </pc:spChg>
        <pc:spChg chg="add mod">
          <ac:chgData name="DORS Sebastien" userId="c8a8ab7e-62a9-47cc-be65-152bff4ab635" providerId="ADAL" clId="{D3A7C591-78C1-4A2F-B3E4-6466806FA227}" dt="2025-11-01T18:41:54.562" v="1109" actId="207"/>
          <ac:spMkLst>
            <pc:docMk/>
            <pc:sldMk cId="3072236882" sldId="258"/>
            <ac:spMk id="10" creationId="{8BD5D245-2473-6C8D-7EC0-B01A6C9DDB80}"/>
          </ac:spMkLst>
        </pc:spChg>
        <pc:spChg chg="add mod">
          <ac:chgData name="DORS Sebastien" userId="c8a8ab7e-62a9-47cc-be65-152bff4ab635" providerId="ADAL" clId="{D3A7C591-78C1-4A2F-B3E4-6466806FA227}" dt="2025-11-01T18:41:54.562" v="1109" actId="207"/>
          <ac:spMkLst>
            <pc:docMk/>
            <pc:sldMk cId="3072236882" sldId="258"/>
            <ac:spMk id="11" creationId="{A69E529C-477E-4F60-97F9-415B1820BE62}"/>
          </ac:spMkLst>
        </pc:spChg>
        <pc:spChg chg="add mod">
          <ac:chgData name="DORS Sebastien" userId="c8a8ab7e-62a9-47cc-be65-152bff4ab635" providerId="ADAL" clId="{D3A7C591-78C1-4A2F-B3E4-6466806FA227}" dt="2025-11-02T14:46:24.287" v="1962" actId="20577"/>
          <ac:spMkLst>
            <pc:docMk/>
            <pc:sldMk cId="3072236882" sldId="258"/>
            <ac:spMk id="19" creationId="{8FAB80E1-DFA5-AF49-A5D1-F1C192FF332F}"/>
          </ac:spMkLst>
        </pc:spChg>
        <pc:spChg chg="add mod">
          <ac:chgData name="DORS Sebastien" userId="c8a8ab7e-62a9-47cc-be65-152bff4ab635" providerId="ADAL" clId="{D3A7C591-78C1-4A2F-B3E4-6466806FA227}" dt="2025-11-01T18:41:54.562" v="1109" actId="207"/>
          <ac:spMkLst>
            <pc:docMk/>
            <pc:sldMk cId="3072236882" sldId="258"/>
            <ac:spMk id="20" creationId="{3C294F49-4F0A-A26E-FF35-0C6E72A185D8}"/>
          </ac:spMkLst>
        </pc:spChg>
        <pc:spChg chg="add mod">
          <ac:chgData name="DORS Sebastien" userId="c8a8ab7e-62a9-47cc-be65-152bff4ab635" providerId="ADAL" clId="{D3A7C591-78C1-4A2F-B3E4-6466806FA227}" dt="2025-11-02T14:46:25.227" v="1963" actId="20577"/>
          <ac:spMkLst>
            <pc:docMk/>
            <pc:sldMk cId="3072236882" sldId="258"/>
            <ac:spMk id="21" creationId="{6435D739-AFBA-E120-1A78-EB760938D4B7}"/>
          </ac:spMkLst>
        </pc:spChg>
        <pc:spChg chg="add mod ord">
          <ac:chgData name="DORS Sebastien" userId="c8a8ab7e-62a9-47cc-be65-152bff4ab635" providerId="ADAL" clId="{D3A7C591-78C1-4A2F-B3E4-6466806FA227}" dt="2025-11-02T14:12:24.139" v="1467" actId="692"/>
          <ac:spMkLst>
            <pc:docMk/>
            <pc:sldMk cId="3072236882" sldId="258"/>
            <ac:spMk id="22" creationId="{E72277FF-A564-6BCD-9372-66CF2E29BCAB}"/>
          </ac:spMkLst>
        </pc:spChg>
        <pc:spChg chg="add mod ord">
          <ac:chgData name="DORS Sebastien" userId="c8a8ab7e-62a9-47cc-be65-152bff4ab635" providerId="ADAL" clId="{D3A7C591-78C1-4A2F-B3E4-6466806FA227}" dt="2025-11-02T14:12:30.896" v="1469" actId="692"/>
          <ac:spMkLst>
            <pc:docMk/>
            <pc:sldMk cId="3072236882" sldId="258"/>
            <ac:spMk id="25" creationId="{38377E35-429F-A216-8839-983F824AA27D}"/>
          </ac:spMkLst>
        </pc:spChg>
        <pc:spChg chg="add mod ord">
          <ac:chgData name="DORS Sebastien" userId="c8a8ab7e-62a9-47cc-be65-152bff4ab635" providerId="ADAL" clId="{D3A7C591-78C1-4A2F-B3E4-6466806FA227}" dt="2025-11-02T14:12:30.896" v="1469" actId="692"/>
          <ac:spMkLst>
            <pc:docMk/>
            <pc:sldMk cId="3072236882" sldId="258"/>
            <ac:spMk id="26" creationId="{8B1DCCE1-CBBC-73BE-61BB-6B3197F46EB4}"/>
          </ac:spMkLst>
        </pc:spChg>
        <pc:picChg chg="add mod topLvl">
          <ac:chgData name="DORS Sebastien" userId="c8a8ab7e-62a9-47cc-be65-152bff4ab635" providerId="ADAL" clId="{D3A7C591-78C1-4A2F-B3E4-6466806FA227}" dt="2025-11-01T18:35:07.791" v="1008" actId="34135"/>
          <ac:picMkLst>
            <pc:docMk/>
            <pc:sldMk cId="3072236882" sldId="258"/>
            <ac:picMk id="13" creationId="{3318D9BE-4837-3908-0970-3637A4EDB4A6}"/>
          </ac:picMkLst>
        </pc:picChg>
        <pc:picChg chg="add mod topLvl">
          <ac:chgData name="DORS Sebastien" userId="c8a8ab7e-62a9-47cc-be65-152bff4ab635" providerId="ADAL" clId="{D3A7C591-78C1-4A2F-B3E4-6466806FA227}" dt="2025-11-01T18:35:09.517" v="1009" actId="34135"/>
          <ac:picMkLst>
            <pc:docMk/>
            <pc:sldMk cId="3072236882" sldId="258"/>
            <ac:picMk id="15" creationId="{245FAB03-6FD4-92B9-90D1-0A59786FA7E6}"/>
          </ac:picMkLst>
        </pc:picChg>
        <pc:picChg chg="add mod topLvl">
          <ac:chgData name="DORS Sebastien" userId="c8a8ab7e-62a9-47cc-be65-152bff4ab635" providerId="ADAL" clId="{D3A7C591-78C1-4A2F-B3E4-6466806FA227}" dt="2025-11-01T18:35:11.299" v="1010" actId="34135"/>
          <ac:picMkLst>
            <pc:docMk/>
            <pc:sldMk cId="3072236882" sldId="258"/>
            <ac:picMk id="17" creationId="{3D7ABB47-AD75-23B6-AE5C-AE2F81D6572E}"/>
          </ac:picMkLst>
        </pc:picChg>
        <pc:cxnChg chg="add mod">
          <ac:chgData name="DORS Sebastien" userId="c8a8ab7e-62a9-47cc-be65-152bff4ab635" providerId="ADAL" clId="{D3A7C591-78C1-4A2F-B3E4-6466806FA227}" dt="2025-11-01T18:47:45.617" v="1120" actId="692"/>
          <ac:cxnSpMkLst>
            <pc:docMk/>
            <pc:sldMk cId="3072236882" sldId="258"/>
            <ac:cxnSpMk id="28" creationId="{757626C5-404B-D944-4B3E-7AEBFD61CF5A}"/>
          </ac:cxnSpMkLst>
        </pc:cxnChg>
        <pc:cxnChg chg="add mod">
          <ac:chgData name="DORS Sebastien" userId="c8a8ab7e-62a9-47cc-be65-152bff4ab635" providerId="ADAL" clId="{D3A7C591-78C1-4A2F-B3E4-6466806FA227}" dt="2025-11-01T18:47:45.617" v="1120" actId="692"/>
          <ac:cxnSpMkLst>
            <pc:docMk/>
            <pc:sldMk cId="3072236882" sldId="258"/>
            <ac:cxnSpMk id="30" creationId="{0669EDCC-7A4F-B283-308E-E5B8BED77D7B}"/>
          </ac:cxnSpMkLst>
        </pc:cxnChg>
        <pc:cxnChg chg="add mod">
          <ac:chgData name="DORS Sebastien" userId="c8a8ab7e-62a9-47cc-be65-152bff4ab635" providerId="ADAL" clId="{D3A7C591-78C1-4A2F-B3E4-6466806FA227}" dt="2025-11-01T18:51:11.482" v="1126" actId="692"/>
          <ac:cxnSpMkLst>
            <pc:docMk/>
            <pc:sldMk cId="3072236882" sldId="258"/>
            <ac:cxnSpMk id="31" creationId="{12FEE97B-AA51-8567-D39A-2A528A3BABA9}"/>
          </ac:cxnSpMkLst>
        </pc:cxnChg>
        <pc:cxnChg chg="add mod">
          <ac:chgData name="DORS Sebastien" userId="c8a8ab7e-62a9-47cc-be65-152bff4ab635" providerId="ADAL" clId="{D3A7C591-78C1-4A2F-B3E4-6466806FA227}" dt="2025-11-01T18:51:11.482" v="1126" actId="692"/>
          <ac:cxnSpMkLst>
            <pc:docMk/>
            <pc:sldMk cId="3072236882" sldId="258"/>
            <ac:cxnSpMk id="32" creationId="{716FB343-C848-C72C-7590-9182E4246DC8}"/>
          </ac:cxnSpMkLst>
        </pc:cxnChg>
        <pc:cxnChg chg="add mod">
          <ac:chgData name="DORS Sebastien" userId="c8a8ab7e-62a9-47cc-be65-152bff4ab635" providerId="ADAL" clId="{D3A7C591-78C1-4A2F-B3E4-6466806FA227}" dt="2025-11-01T18:51:06.002" v="1125" actId="692"/>
          <ac:cxnSpMkLst>
            <pc:docMk/>
            <pc:sldMk cId="3072236882" sldId="258"/>
            <ac:cxnSpMk id="37" creationId="{D592DBBF-A5C9-870D-C7C8-45AE519F2379}"/>
          </ac:cxnSpMkLst>
        </pc:cxnChg>
        <pc:cxnChg chg="add mod">
          <ac:chgData name="DORS Sebastien" userId="c8a8ab7e-62a9-47cc-be65-152bff4ab635" providerId="ADAL" clId="{D3A7C591-78C1-4A2F-B3E4-6466806FA227}" dt="2025-11-01T18:51:06.002" v="1125" actId="692"/>
          <ac:cxnSpMkLst>
            <pc:docMk/>
            <pc:sldMk cId="3072236882" sldId="258"/>
            <ac:cxnSpMk id="38" creationId="{485E6190-AE03-7BC3-2568-5473994B4F7A}"/>
          </ac:cxnSpMkLst>
        </pc:cxnChg>
      </pc:sldChg>
      <pc:sldChg chg="addSp delSp modSp new mod setBg modNotesTx">
        <pc:chgData name="DORS Sebastien" userId="c8a8ab7e-62a9-47cc-be65-152bff4ab635" providerId="ADAL" clId="{D3A7C591-78C1-4A2F-B3E4-6466806FA227}" dt="2025-11-02T15:00:10.987" v="2224" actId="14861"/>
        <pc:sldMkLst>
          <pc:docMk/>
          <pc:sldMk cId="3890140898" sldId="259"/>
        </pc:sldMkLst>
        <pc:spChg chg="mod">
          <ac:chgData name="DORS Sebastien" userId="c8a8ab7e-62a9-47cc-be65-152bff4ab635" providerId="ADAL" clId="{D3A7C591-78C1-4A2F-B3E4-6466806FA227}" dt="2025-11-02T14:13:10.115" v="1473" actId="207"/>
          <ac:spMkLst>
            <pc:docMk/>
            <pc:sldMk cId="3890140898" sldId="259"/>
            <ac:spMk id="2" creationId="{01F9FA8D-2E72-0768-CB89-1CF0105D9471}"/>
          </ac:spMkLst>
        </pc:spChg>
        <pc:spChg chg="add mod">
          <ac:chgData name="DORS Sebastien" userId="c8a8ab7e-62a9-47cc-be65-152bff4ab635" providerId="ADAL" clId="{D3A7C591-78C1-4A2F-B3E4-6466806FA227}" dt="2025-11-02T15:00:10.987" v="2224" actId="14861"/>
          <ac:spMkLst>
            <pc:docMk/>
            <pc:sldMk cId="3890140898" sldId="259"/>
            <ac:spMk id="4" creationId="{AB857537-BFD4-E1DF-E1D0-5C6D80F95C68}"/>
          </ac:spMkLst>
        </pc:spChg>
        <pc:spChg chg="add mod">
          <ac:chgData name="DORS Sebastien" userId="c8a8ab7e-62a9-47cc-be65-152bff4ab635" providerId="ADAL" clId="{D3A7C591-78C1-4A2F-B3E4-6466806FA227}" dt="2025-11-02T15:00:10.987" v="2224" actId="14861"/>
          <ac:spMkLst>
            <pc:docMk/>
            <pc:sldMk cId="3890140898" sldId="259"/>
            <ac:spMk id="5" creationId="{D739FC71-526A-3C10-0ECF-4931961E93AD}"/>
          </ac:spMkLst>
        </pc:spChg>
        <pc:spChg chg="add mod">
          <ac:chgData name="DORS Sebastien" userId="c8a8ab7e-62a9-47cc-be65-152bff4ab635" providerId="ADAL" clId="{D3A7C591-78C1-4A2F-B3E4-6466806FA227}" dt="2025-11-02T15:00:10.987" v="2224" actId="14861"/>
          <ac:spMkLst>
            <pc:docMk/>
            <pc:sldMk cId="3890140898" sldId="259"/>
            <ac:spMk id="6" creationId="{9F6175CC-3C7B-2586-266E-2A77B6E602AB}"/>
          </ac:spMkLst>
        </pc:spChg>
        <pc:spChg chg="add mod">
          <ac:chgData name="DORS Sebastien" userId="c8a8ab7e-62a9-47cc-be65-152bff4ab635" providerId="ADAL" clId="{D3A7C591-78C1-4A2F-B3E4-6466806FA227}" dt="2025-11-02T14:20:02.425" v="1673" actId="403"/>
          <ac:spMkLst>
            <pc:docMk/>
            <pc:sldMk cId="3890140898" sldId="259"/>
            <ac:spMk id="8" creationId="{D9E5259A-F13F-FBC3-267A-8BEE85A5C6FA}"/>
          </ac:spMkLst>
        </pc:spChg>
        <pc:spChg chg="add mod">
          <ac:chgData name="DORS Sebastien" userId="c8a8ab7e-62a9-47cc-be65-152bff4ab635" providerId="ADAL" clId="{D3A7C591-78C1-4A2F-B3E4-6466806FA227}" dt="2025-11-01T19:19:47.818" v="1210" actId="1076"/>
          <ac:spMkLst>
            <pc:docMk/>
            <pc:sldMk cId="3890140898" sldId="259"/>
            <ac:spMk id="12" creationId="{7EB4C1D9-48B6-9DA1-1758-2474CFC8248D}"/>
          </ac:spMkLst>
        </pc:spChg>
        <pc:spChg chg="add mod">
          <ac:chgData name="DORS Sebastien" userId="c8a8ab7e-62a9-47cc-be65-152bff4ab635" providerId="ADAL" clId="{D3A7C591-78C1-4A2F-B3E4-6466806FA227}" dt="2025-11-02T14:20:02.425" v="1673" actId="403"/>
          <ac:spMkLst>
            <pc:docMk/>
            <pc:sldMk cId="3890140898" sldId="259"/>
            <ac:spMk id="14" creationId="{44776B7F-DDDC-57F8-6E99-55FCA2B3B2F0}"/>
          </ac:spMkLst>
        </pc:spChg>
        <pc:spChg chg="add mod">
          <ac:chgData name="DORS Sebastien" userId="c8a8ab7e-62a9-47cc-be65-152bff4ab635" providerId="ADAL" clId="{D3A7C591-78C1-4A2F-B3E4-6466806FA227}" dt="2025-11-01T19:22:06.517" v="1307" actId="20577"/>
          <ac:spMkLst>
            <pc:docMk/>
            <pc:sldMk cId="3890140898" sldId="259"/>
            <ac:spMk id="15" creationId="{EAF94A0B-1753-8485-D41A-3FFB4308E4F7}"/>
          </ac:spMkLst>
        </pc:spChg>
        <pc:spChg chg="add mod">
          <ac:chgData name="DORS Sebastien" userId="c8a8ab7e-62a9-47cc-be65-152bff4ab635" providerId="ADAL" clId="{D3A7C591-78C1-4A2F-B3E4-6466806FA227}" dt="2025-11-02T14:20:02.425" v="1673" actId="403"/>
          <ac:spMkLst>
            <pc:docMk/>
            <pc:sldMk cId="3890140898" sldId="259"/>
            <ac:spMk id="16" creationId="{E3617C7F-16C3-E977-F565-EFB9FF5C64F0}"/>
          </ac:spMkLst>
        </pc:spChg>
        <pc:spChg chg="add mod">
          <ac:chgData name="DORS Sebastien" userId="c8a8ab7e-62a9-47cc-be65-152bff4ab635" providerId="ADAL" clId="{D3A7C591-78C1-4A2F-B3E4-6466806FA227}" dt="2025-11-01T19:24:29.217" v="1319" actId="20577"/>
          <ac:spMkLst>
            <pc:docMk/>
            <pc:sldMk cId="3890140898" sldId="259"/>
            <ac:spMk id="17" creationId="{FAA4EA72-37C2-A0E0-1CF1-7BAB8179737E}"/>
          </ac:spMkLst>
        </pc:spChg>
        <pc:cxnChg chg="add mod">
          <ac:chgData name="DORS Sebastien" userId="c8a8ab7e-62a9-47cc-be65-152bff4ab635" providerId="ADAL" clId="{D3A7C591-78C1-4A2F-B3E4-6466806FA227}" dt="2025-11-02T14:20:11.470" v="1674" actId="1582"/>
          <ac:cxnSpMkLst>
            <pc:docMk/>
            <pc:sldMk cId="3890140898" sldId="259"/>
            <ac:cxnSpMk id="18" creationId="{BD36F9AA-D8A7-617E-999E-D10A303C9956}"/>
          </ac:cxnSpMkLst>
        </pc:cxnChg>
        <pc:cxnChg chg="add del mod">
          <ac:chgData name="DORS Sebastien" userId="c8a8ab7e-62a9-47cc-be65-152bff4ab635" providerId="ADAL" clId="{D3A7C591-78C1-4A2F-B3E4-6466806FA227}" dt="2025-11-02T14:13:25.895" v="1477" actId="478"/>
          <ac:cxnSpMkLst>
            <pc:docMk/>
            <pc:sldMk cId="3890140898" sldId="259"/>
            <ac:cxnSpMk id="21" creationId="{985677DD-D0A9-A666-A05E-B5461B484B6F}"/>
          </ac:cxnSpMkLst>
        </pc:cxnChg>
        <pc:cxnChg chg="add del mod">
          <ac:chgData name="DORS Sebastien" userId="c8a8ab7e-62a9-47cc-be65-152bff4ab635" providerId="ADAL" clId="{D3A7C591-78C1-4A2F-B3E4-6466806FA227}" dt="2025-11-02T14:13:26.337" v="1478" actId="478"/>
          <ac:cxnSpMkLst>
            <pc:docMk/>
            <pc:sldMk cId="3890140898" sldId="259"/>
            <ac:cxnSpMk id="24" creationId="{E8A1F6F4-270F-1DB6-27C4-670FC362A73B}"/>
          </ac:cxnSpMkLst>
        </pc:cxnChg>
        <pc:cxnChg chg="add del mod">
          <ac:chgData name="DORS Sebastien" userId="c8a8ab7e-62a9-47cc-be65-152bff4ab635" providerId="ADAL" clId="{D3A7C591-78C1-4A2F-B3E4-6466806FA227}" dt="2025-11-02T14:12:55.178" v="1470" actId="478"/>
          <ac:cxnSpMkLst>
            <pc:docMk/>
            <pc:sldMk cId="3890140898" sldId="259"/>
            <ac:cxnSpMk id="25" creationId="{DCFE36EC-E161-CA2E-C827-BEB60FF1E136}"/>
          </ac:cxnSpMkLst>
        </pc:cxnChg>
        <pc:cxnChg chg="add del mod">
          <ac:chgData name="DORS Sebastien" userId="c8a8ab7e-62a9-47cc-be65-152bff4ab635" providerId="ADAL" clId="{D3A7C591-78C1-4A2F-B3E4-6466806FA227}" dt="2025-11-02T14:12:55.178" v="1470" actId="478"/>
          <ac:cxnSpMkLst>
            <pc:docMk/>
            <pc:sldMk cId="3890140898" sldId="259"/>
            <ac:cxnSpMk id="26" creationId="{8E481A45-6CFC-8BC4-CF80-133918A1FE49}"/>
          </ac:cxnSpMkLst>
        </pc:cxnChg>
        <pc:cxnChg chg="add del mod">
          <ac:chgData name="DORS Sebastien" userId="c8a8ab7e-62a9-47cc-be65-152bff4ab635" providerId="ADAL" clId="{D3A7C591-78C1-4A2F-B3E4-6466806FA227}" dt="2025-11-02T14:12:55.178" v="1470" actId="478"/>
          <ac:cxnSpMkLst>
            <pc:docMk/>
            <pc:sldMk cId="3890140898" sldId="259"/>
            <ac:cxnSpMk id="27" creationId="{9457FD95-5FF9-A3BF-86EF-5303EFDED51E}"/>
          </ac:cxnSpMkLst>
        </pc:cxnChg>
      </pc:sldChg>
      <pc:sldChg chg="addSp delSp modSp add mod modNotesTx">
        <pc:chgData name="DORS Sebastien" userId="c8a8ab7e-62a9-47cc-be65-152bff4ab635" providerId="ADAL" clId="{D3A7C591-78C1-4A2F-B3E4-6466806FA227}" dt="2025-11-02T15:00:02.054" v="2221" actId="14861"/>
        <pc:sldMkLst>
          <pc:docMk/>
          <pc:sldMk cId="56929600" sldId="260"/>
        </pc:sldMkLst>
        <pc:spChg chg="mod">
          <ac:chgData name="DORS Sebastien" userId="c8a8ab7e-62a9-47cc-be65-152bff4ab635" providerId="ADAL" clId="{D3A7C591-78C1-4A2F-B3E4-6466806FA227}" dt="2025-11-02T14:25:35.114" v="1761"/>
          <ac:spMkLst>
            <pc:docMk/>
            <pc:sldMk cId="56929600" sldId="260"/>
            <ac:spMk id="2" creationId="{069A7619-335B-233A-995B-077CDE2C4D3B}"/>
          </ac:spMkLst>
        </pc:spChg>
        <pc:spChg chg="mod">
          <ac:chgData name="DORS Sebastien" userId="c8a8ab7e-62a9-47cc-be65-152bff4ab635" providerId="ADAL" clId="{D3A7C591-78C1-4A2F-B3E4-6466806FA227}" dt="2025-11-02T15:00:02.054" v="2221" actId="14861"/>
          <ac:spMkLst>
            <pc:docMk/>
            <pc:sldMk cId="56929600" sldId="260"/>
            <ac:spMk id="4" creationId="{3F183895-2189-5EC4-EC4C-D742030FE0A0}"/>
          </ac:spMkLst>
        </pc:spChg>
        <pc:spChg chg="mod">
          <ac:chgData name="DORS Sebastien" userId="c8a8ab7e-62a9-47cc-be65-152bff4ab635" providerId="ADAL" clId="{D3A7C591-78C1-4A2F-B3E4-6466806FA227}" dt="2025-11-02T14:59:52.734" v="2218" actId="14861"/>
          <ac:spMkLst>
            <pc:docMk/>
            <pc:sldMk cId="56929600" sldId="260"/>
            <ac:spMk id="5" creationId="{39B8CE14-C42D-2187-F995-460E52F2D206}"/>
          </ac:spMkLst>
        </pc:spChg>
        <pc:spChg chg="mod">
          <ac:chgData name="DORS Sebastien" userId="c8a8ab7e-62a9-47cc-be65-152bff4ab635" providerId="ADAL" clId="{D3A7C591-78C1-4A2F-B3E4-6466806FA227}" dt="2025-11-02T15:00:02.054" v="2221" actId="14861"/>
          <ac:spMkLst>
            <pc:docMk/>
            <pc:sldMk cId="56929600" sldId="260"/>
            <ac:spMk id="6" creationId="{AACC3306-61D3-8638-74AD-DBDE1FCA8E95}"/>
          </ac:spMkLst>
        </pc:spChg>
        <pc:spChg chg="mod">
          <ac:chgData name="DORS Sebastien" userId="c8a8ab7e-62a9-47cc-be65-152bff4ab635" providerId="ADAL" clId="{D3A7C591-78C1-4A2F-B3E4-6466806FA227}" dt="2025-11-02T14:19:58.155" v="1672" actId="403"/>
          <ac:spMkLst>
            <pc:docMk/>
            <pc:sldMk cId="56929600" sldId="260"/>
            <ac:spMk id="8" creationId="{9069731B-1B79-90F3-DCC2-0335DFD513C5}"/>
          </ac:spMkLst>
        </pc:spChg>
        <pc:spChg chg="add del mod">
          <ac:chgData name="DORS Sebastien" userId="c8a8ab7e-62a9-47cc-be65-152bff4ab635" providerId="ADAL" clId="{D3A7C591-78C1-4A2F-B3E4-6466806FA227}" dt="2025-11-02T14:18:11.580" v="1614" actId="403"/>
          <ac:spMkLst>
            <pc:docMk/>
            <pc:sldMk cId="56929600" sldId="260"/>
            <ac:spMk id="12" creationId="{B1F9CBA9-C52A-F07B-34F9-6D11E8B15E44}"/>
          </ac:spMkLst>
        </pc:spChg>
        <pc:spChg chg="mod">
          <ac:chgData name="DORS Sebastien" userId="c8a8ab7e-62a9-47cc-be65-152bff4ab635" providerId="ADAL" clId="{D3A7C591-78C1-4A2F-B3E4-6466806FA227}" dt="2025-11-02T14:19:58.155" v="1672" actId="403"/>
          <ac:spMkLst>
            <pc:docMk/>
            <pc:sldMk cId="56929600" sldId="260"/>
            <ac:spMk id="14" creationId="{5AE6F6EE-9A07-019B-DF0F-121E98E88E32}"/>
          </ac:spMkLst>
        </pc:spChg>
        <pc:spChg chg="add del mod">
          <ac:chgData name="DORS Sebastien" userId="c8a8ab7e-62a9-47cc-be65-152bff4ab635" providerId="ADAL" clId="{D3A7C591-78C1-4A2F-B3E4-6466806FA227}" dt="2025-11-02T14:25:34.032" v="1760"/>
          <ac:spMkLst>
            <pc:docMk/>
            <pc:sldMk cId="56929600" sldId="260"/>
            <ac:spMk id="15" creationId="{C40D9A2A-C398-70B5-6C60-88704E0D5566}"/>
          </ac:spMkLst>
        </pc:spChg>
        <pc:spChg chg="mod">
          <ac:chgData name="DORS Sebastien" userId="c8a8ab7e-62a9-47cc-be65-152bff4ab635" providerId="ADAL" clId="{D3A7C591-78C1-4A2F-B3E4-6466806FA227}" dt="2025-11-02T14:19:58.155" v="1672" actId="403"/>
          <ac:spMkLst>
            <pc:docMk/>
            <pc:sldMk cId="56929600" sldId="260"/>
            <ac:spMk id="16" creationId="{80F8E362-F71C-528E-7939-E6C41B8DEA03}"/>
          </ac:spMkLst>
        </pc:spChg>
        <pc:spChg chg="add del mod">
          <ac:chgData name="DORS Sebastien" userId="c8a8ab7e-62a9-47cc-be65-152bff4ab635" providerId="ADAL" clId="{D3A7C591-78C1-4A2F-B3E4-6466806FA227}" dt="2025-11-02T14:19:48.275" v="1671" actId="12"/>
          <ac:spMkLst>
            <pc:docMk/>
            <pc:sldMk cId="56929600" sldId="260"/>
            <ac:spMk id="17" creationId="{5841BF4E-BF40-9349-BC1B-37C73196EE02}"/>
          </ac:spMkLst>
        </pc:spChg>
        <pc:picChg chg="add del mod">
          <ac:chgData name="DORS Sebastien" userId="c8a8ab7e-62a9-47cc-be65-152bff4ab635" providerId="ADAL" clId="{D3A7C591-78C1-4A2F-B3E4-6466806FA227}" dt="2025-11-02T14:22:16.203" v="1709" actId="478"/>
          <ac:picMkLst>
            <pc:docMk/>
            <pc:sldMk cId="56929600" sldId="260"/>
            <ac:picMk id="7" creationId="{21F54770-981A-35B6-9BCB-DDA0D9841B65}"/>
          </ac:picMkLst>
        </pc:picChg>
        <pc:picChg chg="add mod modCrop">
          <ac:chgData name="DORS Sebastien" userId="c8a8ab7e-62a9-47cc-be65-152bff4ab635" providerId="ADAL" clId="{D3A7C591-78C1-4A2F-B3E4-6466806FA227}" dt="2025-11-02T14:28:38.635" v="1827" actId="1076"/>
          <ac:picMkLst>
            <pc:docMk/>
            <pc:sldMk cId="56929600" sldId="260"/>
            <ac:picMk id="10" creationId="{F3EED8F0-F6D5-DF13-9651-3209FA197839}"/>
          </ac:picMkLst>
        </pc:picChg>
        <pc:picChg chg="add mod">
          <ac:chgData name="DORS Sebastien" userId="c8a8ab7e-62a9-47cc-be65-152bff4ab635" providerId="ADAL" clId="{D3A7C591-78C1-4A2F-B3E4-6466806FA227}" dt="2025-11-02T14:28:32.476" v="1826" actId="12789"/>
          <ac:picMkLst>
            <pc:docMk/>
            <pc:sldMk cId="56929600" sldId="260"/>
            <ac:picMk id="13" creationId="{8B5598E0-7281-106D-6921-E4B665149653}"/>
          </ac:picMkLst>
        </pc:picChg>
        <pc:picChg chg="add mod">
          <ac:chgData name="DORS Sebastien" userId="c8a8ab7e-62a9-47cc-be65-152bff4ab635" providerId="ADAL" clId="{D3A7C591-78C1-4A2F-B3E4-6466806FA227}" dt="2025-11-02T14:28:38.635" v="1827" actId="1076"/>
          <ac:picMkLst>
            <pc:docMk/>
            <pc:sldMk cId="56929600" sldId="260"/>
            <ac:picMk id="20" creationId="{14707535-002B-FAF4-5423-99234DF921AC}"/>
          </ac:picMkLst>
        </pc:picChg>
        <pc:picChg chg="add mod modCrop">
          <ac:chgData name="DORS Sebastien" userId="c8a8ab7e-62a9-47cc-be65-152bff4ab635" providerId="ADAL" clId="{D3A7C591-78C1-4A2F-B3E4-6466806FA227}" dt="2025-11-02T14:28:38.635" v="1827" actId="1076"/>
          <ac:picMkLst>
            <pc:docMk/>
            <pc:sldMk cId="56929600" sldId="260"/>
            <ac:picMk id="22" creationId="{BD6DC2EC-42DF-32FD-E867-7F95576DA888}"/>
          </ac:picMkLst>
        </pc:picChg>
        <pc:picChg chg="add del mod">
          <ac:chgData name="DORS Sebastien" userId="c8a8ab7e-62a9-47cc-be65-152bff4ab635" providerId="ADAL" clId="{D3A7C591-78C1-4A2F-B3E4-6466806FA227}" dt="2025-11-02T14:25:30.126" v="1758" actId="478"/>
          <ac:picMkLst>
            <pc:docMk/>
            <pc:sldMk cId="56929600" sldId="260"/>
            <ac:picMk id="24" creationId="{876CB408-B199-6FA2-FAA7-AE33420C0D47}"/>
          </ac:picMkLst>
        </pc:picChg>
        <pc:picChg chg="add mod">
          <ac:chgData name="DORS Sebastien" userId="c8a8ab7e-62a9-47cc-be65-152bff4ab635" providerId="ADAL" clId="{D3A7C591-78C1-4A2F-B3E4-6466806FA227}" dt="2025-11-02T14:28:38.635" v="1827" actId="1076"/>
          <ac:picMkLst>
            <pc:docMk/>
            <pc:sldMk cId="56929600" sldId="260"/>
            <ac:picMk id="26" creationId="{49993D6B-6A62-3717-E240-7B5054C86F63}"/>
          </ac:picMkLst>
        </pc:picChg>
        <pc:picChg chg="add mod">
          <ac:chgData name="DORS Sebastien" userId="c8a8ab7e-62a9-47cc-be65-152bff4ab635" providerId="ADAL" clId="{D3A7C591-78C1-4A2F-B3E4-6466806FA227}" dt="2025-11-02T14:28:38.635" v="1827" actId="1076"/>
          <ac:picMkLst>
            <pc:docMk/>
            <pc:sldMk cId="56929600" sldId="260"/>
            <ac:picMk id="29" creationId="{D8AB9024-D3FE-C351-DAD9-58A213663500}"/>
          </ac:picMkLst>
        </pc:picChg>
        <pc:picChg chg="add mod">
          <ac:chgData name="DORS Sebastien" userId="c8a8ab7e-62a9-47cc-be65-152bff4ab635" providerId="ADAL" clId="{D3A7C591-78C1-4A2F-B3E4-6466806FA227}" dt="2025-11-02T14:28:38.635" v="1827" actId="1076"/>
          <ac:picMkLst>
            <pc:docMk/>
            <pc:sldMk cId="56929600" sldId="260"/>
            <ac:picMk id="31" creationId="{78881C90-668F-81B4-F18E-8D098043C674}"/>
          </ac:picMkLst>
        </pc:picChg>
        <pc:picChg chg="add del mod">
          <ac:chgData name="DORS Sebastien" userId="c8a8ab7e-62a9-47cc-be65-152bff4ab635" providerId="ADAL" clId="{D3A7C591-78C1-4A2F-B3E4-6466806FA227}" dt="2025-11-02T14:27:43.098" v="1801" actId="478"/>
          <ac:picMkLst>
            <pc:docMk/>
            <pc:sldMk cId="56929600" sldId="260"/>
            <ac:picMk id="33" creationId="{9A24A993-1AA4-0F9E-654B-286BC381FF0D}"/>
          </ac:picMkLst>
        </pc:picChg>
        <pc:picChg chg="add mod">
          <ac:chgData name="DORS Sebastien" userId="c8a8ab7e-62a9-47cc-be65-152bff4ab635" providerId="ADAL" clId="{D3A7C591-78C1-4A2F-B3E4-6466806FA227}" dt="2025-11-02T14:28:38.635" v="1827" actId="1076"/>
          <ac:picMkLst>
            <pc:docMk/>
            <pc:sldMk cId="56929600" sldId="260"/>
            <ac:picMk id="35" creationId="{9136E7B8-E398-033D-3295-19BF47214126}"/>
          </ac:picMkLst>
        </pc:picChg>
        <pc:cxnChg chg="mod">
          <ac:chgData name="DORS Sebastien" userId="c8a8ab7e-62a9-47cc-be65-152bff4ab635" providerId="ADAL" clId="{D3A7C591-78C1-4A2F-B3E4-6466806FA227}" dt="2025-11-02T14:20:17.286" v="1675" actId="1582"/>
          <ac:cxnSpMkLst>
            <pc:docMk/>
            <pc:sldMk cId="56929600" sldId="260"/>
            <ac:cxnSpMk id="18" creationId="{51A27510-3884-1E5A-47FF-285C8B44AACC}"/>
          </ac:cxnSpMkLst>
        </pc:cxnChg>
        <pc:cxnChg chg="add mod">
          <ac:chgData name="DORS Sebastien" userId="c8a8ab7e-62a9-47cc-be65-152bff4ab635" providerId="ADAL" clId="{D3A7C591-78C1-4A2F-B3E4-6466806FA227}" dt="2025-11-02T14:28:29.454" v="1825" actId="12789"/>
          <ac:cxnSpMkLst>
            <pc:docMk/>
            <pc:sldMk cId="56929600" sldId="260"/>
            <ac:cxnSpMk id="27" creationId="{40CEF639-9B59-4614-3C2A-12A42D547A7E}"/>
          </ac:cxnSpMkLst>
        </pc:cxnChg>
      </pc:sldChg>
      <pc:sldChg chg="new del">
        <pc:chgData name="DORS Sebastien" userId="c8a8ab7e-62a9-47cc-be65-152bff4ab635" providerId="ADAL" clId="{D3A7C591-78C1-4A2F-B3E4-6466806FA227}" dt="2025-11-02T14:14:16.408" v="1487" actId="47"/>
        <pc:sldMkLst>
          <pc:docMk/>
          <pc:sldMk cId="361501512" sldId="260"/>
        </pc:sldMkLst>
      </pc:sldChg>
      <pc:sldChg chg="addSp delSp modSp add del mod modNotesTx">
        <pc:chgData name="DORS Sebastien" userId="c8a8ab7e-62a9-47cc-be65-152bff4ab635" providerId="ADAL" clId="{D3A7C591-78C1-4A2F-B3E4-6466806FA227}" dt="2025-11-02T15:06:03.356" v="2269" actId="47"/>
        <pc:sldMkLst>
          <pc:docMk/>
          <pc:sldMk cId="3358913967" sldId="261"/>
        </pc:sldMkLst>
        <pc:spChg chg="mod">
          <ac:chgData name="DORS Sebastien" userId="c8a8ab7e-62a9-47cc-be65-152bff4ab635" providerId="ADAL" clId="{D3A7C591-78C1-4A2F-B3E4-6466806FA227}" dt="2025-11-02T14:21:38.766" v="1705" actId="20577"/>
          <ac:spMkLst>
            <pc:docMk/>
            <pc:sldMk cId="3358913967" sldId="261"/>
            <ac:spMk id="2" creationId="{C5BB7C47-110C-A2E6-685A-2F0F9AD23144}"/>
          </ac:spMkLst>
        </pc:spChg>
        <pc:spChg chg="add mod">
          <ac:chgData name="DORS Sebastien" userId="c8a8ab7e-62a9-47cc-be65-152bff4ab635" providerId="ADAL" clId="{D3A7C591-78C1-4A2F-B3E4-6466806FA227}" dt="2025-11-02T14:39:06.121" v="1897" actId="207"/>
          <ac:spMkLst>
            <pc:docMk/>
            <pc:sldMk cId="3358913967" sldId="261"/>
            <ac:spMk id="3" creationId="{F4D671D8-531D-1802-7038-EB95D02CA91F}"/>
          </ac:spMkLst>
        </pc:spChg>
        <pc:spChg chg="del">
          <ac:chgData name="DORS Sebastien" userId="c8a8ab7e-62a9-47cc-be65-152bff4ab635" providerId="ADAL" clId="{D3A7C591-78C1-4A2F-B3E4-6466806FA227}" dt="2025-11-02T14:37:38.695" v="1828" actId="478"/>
          <ac:spMkLst>
            <pc:docMk/>
            <pc:sldMk cId="3358913967" sldId="261"/>
            <ac:spMk id="4" creationId="{1EAEB379-FC19-14BE-4D45-CDA36441B51F}"/>
          </ac:spMkLst>
        </pc:spChg>
        <pc:spChg chg="del">
          <ac:chgData name="DORS Sebastien" userId="c8a8ab7e-62a9-47cc-be65-152bff4ab635" providerId="ADAL" clId="{D3A7C591-78C1-4A2F-B3E4-6466806FA227}" dt="2025-11-02T14:37:38.695" v="1828" actId="478"/>
          <ac:spMkLst>
            <pc:docMk/>
            <pc:sldMk cId="3358913967" sldId="261"/>
            <ac:spMk id="5" creationId="{112C7D15-D492-00F9-95FF-06789F6DE392}"/>
          </ac:spMkLst>
        </pc:spChg>
        <pc:spChg chg="del">
          <ac:chgData name="DORS Sebastien" userId="c8a8ab7e-62a9-47cc-be65-152bff4ab635" providerId="ADAL" clId="{D3A7C591-78C1-4A2F-B3E4-6466806FA227}" dt="2025-11-02T14:37:38.695" v="1828" actId="478"/>
          <ac:spMkLst>
            <pc:docMk/>
            <pc:sldMk cId="3358913967" sldId="261"/>
            <ac:spMk id="6" creationId="{A304537B-EA59-392B-33A4-FCBC736B7778}"/>
          </ac:spMkLst>
        </pc:spChg>
        <pc:spChg chg="add mod">
          <ac:chgData name="DORS Sebastien" userId="c8a8ab7e-62a9-47cc-be65-152bff4ab635" providerId="ADAL" clId="{D3A7C591-78C1-4A2F-B3E4-6466806FA227}" dt="2025-11-02T15:02:48.128" v="2240" actId="14100"/>
          <ac:spMkLst>
            <pc:docMk/>
            <pc:sldMk cId="3358913967" sldId="261"/>
            <ac:spMk id="7" creationId="{2A14C11A-BE9A-C312-8483-C0CFADE0DACF}"/>
          </ac:spMkLst>
        </pc:spChg>
        <pc:spChg chg="del">
          <ac:chgData name="DORS Sebastien" userId="c8a8ab7e-62a9-47cc-be65-152bff4ab635" providerId="ADAL" clId="{D3A7C591-78C1-4A2F-B3E4-6466806FA227}" dt="2025-11-02T14:37:38.695" v="1828" actId="478"/>
          <ac:spMkLst>
            <pc:docMk/>
            <pc:sldMk cId="3358913967" sldId="261"/>
            <ac:spMk id="8" creationId="{0A881CB0-FFB3-A0BE-3536-399A22E7FB76}"/>
          </ac:spMkLst>
        </pc:spChg>
        <pc:spChg chg="add del mod">
          <ac:chgData name="DORS Sebastien" userId="c8a8ab7e-62a9-47cc-be65-152bff4ab635" providerId="ADAL" clId="{D3A7C591-78C1-4A2F-B3E4-6466806FA227}" dt="2025-11-02T15:03:02.538" v="2248" actId="1076"/>
          <ac:spMkLst>
            <pc:docMk/>
            <pc:sldMk cId="3358913967" sldId="261"/>
            <ac:spMk id="9" creationId="{47E2C4C4-5A37-2DC6-264C-56DD455A1DE0}"/>
          </ac:spMkLst>
        </pc:spChg>
        <pc:spChg chg="add mod">
          <ac:chgData name="DORS Sebastien" userId="c8a8ab7e-62a9-47cc-be65-152bff4ab635" providerId="ADAL" clId="{D3A7C591-78C1-4A2F-B3E4-6466806FA227}" dt="2025-11-02T15:02:28.025" v="2237" actId="1076"/>
          <ac:spMkLst>
            <pc:docMk/>
            <pc:sldMk cId="3358913967" sldId="261"/>
            <ac:spMk id="11" creationId="{EC682D81-AA08-8351-B93E-A9321655B82F}"/>
          </ac:spMkLst>
        </pc:spChg>
        <pc:spChg chg="del">
          <ac:chgData name="DORS Sebastien" userId="c8a8ab7e-62a9-47cc-be65-152bff4ab635" providerId="ADAL" clId="{D3A7C591-78C1-4A2F-B3E4-6466806FA227}" dt="2025-11-02T14:37:38.695" v="1828" actId="478"/>
          <ac:spMkLst>
            <pc:docMk/>
            <pc:sldMk cId="3358913967" sldId="261"/>
            <ac:spMk id="12" creationId="{D6792E43-9A51-7AB7-5C62-928AB29AFDC9}"/>
          </ac:spMkLst>
        </pc:spChg>
        <pc:spChg chg="add mod">
          <ac:chgData name="DORS Sebastien" userId="c8a8ab7e-62a9-47cc-be65-152bff4ab635" providerId="ADAL" clId="{D3A7C591-78C1-4A2F-B3E4-6466806FA227}" dt="2025-11-02T15:03:47.888" v="2258" actId="1076"/>
          <ac:spMkLst>
            <pc:docMk/>
            <pc:sldMk cId="3358913967" sldId="261"/>
            <ac:spMk id="13" creationId="{E7C282B9-588E-BE7F-AB16-6817D89B0EBA}"/>
          </ac:spMkLst>
        </pc:spChg>
        <pc:spChg chg="del">
          <ac:chgData name="DORS Sebastien" userId="c8a8ab7e-62a9-47cc-be65-152bff4ab635" providerId="ADAL" clId="{D3A7C591-78C1-4A2F-B3E4-6466806FA227}" dt="2025-11-02T14:37:38.695" v="1828" actId="478"/>
          <ac:spMkLst>
            <pc:docMk/>
            <pc:sldMk cId="3358913967" sldId="261"/>
            <ac:spMk id="14" creationId="{F1383E4F-AF1D-5F4E-55A6-B497C2218430}"/>
          </ac:spMkLst>
        </pc:spChg>
        <pc:spChg chg="del">
          <ac:chgData name="DORS Sebastien" userId="c8a8ab7e-62a9-47cc-be65-152bff4ab635" providerId="ADAL" clId="{D3A7C591-78C1-4A2F-B3E4-6466806FA227}" dt="2025-11-02T14:37:38.695" v="1828" actId="478"/>
          <ac:spMkLst>
            <pc:docMk/>
            <pc:sldMk cId="3358913967" sldId="261"/>
            <ac:spMk id="15" creationId="{38D9EEF0-36BC-3C2C-B23A-F0A549E7E5FC}"/>
          </ac:spMkLst>
        </pc:spChg>
        <pc:spChg chg="del">
          <ac:chgData name="DORS Sebastien" userId="c8a8ab7e-62a9-47cc-be65-152bff4ab635" providerId="ADAL" clId="{D3A7C591-78C1-4A2F-B3E4-6466806FA227}" dt="2025-11-02T14:37:38.695" v="1828" actId="478"/>
          <ac:spMkLst>
            <pc:docMk/>
            <pc:sldMk cId="3358913967" sldId="261"/>
            <ac:spMk id="16" creationId="{1E8D81F5-38BC-03D8-CEFA-FC60DDCF8DC0}"/>
          </ac:spMkLst>
        </pc:spChg>
        <pc:spChg chg="del">
          <ac:chgData name="DORS Sebastien" userId="c8a8ab7e-62a9-47cc-be65-152bff4ab635" providerId="ADAL" clId="{D3A7C591-78C1-4A2F-B3E4-6466806FA227}" dt="2025-11-02T14:37:38.695" v="1828" actId="478"/>
          <ac:spMkLst>
            <pc:docMk/>
            <pc:sldMk cId="3358913967" sldId="261"/>
            <ac:spMk id="17" creationId="{B523B988-9E08-282B-5164-0CE051B9CFDF}"/>
          </ac:spMkLst>
        </pc:spChg>
        <pc:spChg chg="add mod">
          <ac:chgData name="DORS Sebastien" userId="c8a8ab7e-62a9-47cc-be65-152bff4ab635" providerId="ADAL" clId="{D3A7C591-78C1-4A2F-B3E4-6466806FA227}" dt="2025-11-02T15:03:46.621" v="2257" actId="14100"/>
          <ac:spMkLst>
            <pc:docMk/>
            <pc:sldMk cId="3358913967" sldId="261"/>
            <ac:spMk id="22" creationId="{0A2F94E8-77F8-B5E2-FA66-1A903D3AD310}"/>
          </ac:spMkLst>
        </pc:spChg>
        <pc:picChg chg="add mod">
          <ac:chgData name="DORS Sebastien" userId="c8a8ab7e-62a9-47cc-be65-152bff4ab635" providerId="ADAL" clId="{D3A7C591-78C1-4A2F-B3E4-6466806FA227}" dt="2025-11-02T15:02:49.994" v="2241" actId="1076"/>
          <ac:picMkLst>
            <pc:docMk/>
            <pc:sldMk cId="3358913967" sldId="261"/>
            <ac:picMk id="10" creationId="{DED8A38F-54F8-2EAC-A311-70276859E3ED}"/>
          </ac:picMkLst>
        </pc:picChg>
        <pc:picChg chg="add mod">
          <ac:chgData name="DORS Sebastien" userId="c8a8ab7e-62a9-47cc-be65-152bff4ab635" providerId="ADAL" clId="{D3A7C591-78C1-4A2F-B3E4-6466806FA227}" dt="2025-11-02T15:05:17.088" v="2261" actId="1076"/>
          <ac:picMkLst>
            <pc:docMk/>
            <pc:sldMk cId="3358913967" sldId="261"/>
            <ac:picMk id="19" creationId="{4667DA32-F3B5-3884-F2BC-2D5D00DBC470}"/>
          </ac:picMkLst>
        </pc:picChg>
        <pc:picChg chg="add mod">
          <ac:chgData name="DORS Sebastien" userId="c8a8ab7e-62a9-47cc-be65-152bff4ab635" providerId="ADAL" clId="{D3A7C591-78C1-4A2F-B3E4-6466806FA227}" dt="2025-11-02T15:05:21.608" v="2265" actId="1076"/>
          <ac:picMkLst>
            <pc:docMk/>
            <pc:sldMk cId="3358913967" sldId="261"/>
            <ac:picMk id="20" creationId="{C29868FF-E77F-6BF1-3A7D-EA63A6C56078}"/>
          </ac:picMkLst>
        </pc:picChg>
        <pc:picChg chg="add mod">
          <ac:chgData name="DORS Sebastien" userId="c8a8ab7e-62a9-47cc-be65-152bff4ab635" providerId="ADAL" clId="{D3A7C591-78C1-4A2F-B3E4-6466806FA227}" dt="2025-11-02T15:05:29.137" v="2268" actId="1076"/>
          <ac:picMkLst>
            <pc:docMk/>
            <pc:sldMk cId="3358913967" sldId="261"/>
            <ac:picMk id="21" creationId="{06DF3252-6024-5362-BAB6-AE11E15CA225}"/>
          </ac:picMkLst>
        </pc:picChg>
        <pc:cxnChg chg="del">
          <ac:chgData name="DORS Sebastien" userId="c8a8ab7e-62a9-47cc-be65-152bff4ab635" providerId="ADAL" clId="{D3A7C591-78C1-4A2F-B3E4-6466806FA227}" dt="2025-11-02T14:37:38.695" v="1828" actId="478"/>
          <ac:cxnSpMkLst>
            <pc:docMk/>
            <pc:sldMk cId="3358913967" sldId="261"/>
            <ac:cxnSpMk id="18" creationId="{A2E6E417-D55F-026E-519F-5F94B6706BD3}"/>
          </ac:cxnSpMkLst>
        </pc:cxnChg>
      </pc:sldChg>
      <pc:sldChg chg="modSp add del mod modTransition">
        <pc:chgData name="DORS Sebastien" userId="c8a8ab7e-62a9-47cc-be65-152bff4ab635" providerId="ADAL" clId="{D3A7C591-78C1-4A2F-B3E4-6466806FA227}" dt="2025-11-02T15:06:04.176" v="2270" actId="47"/>
        <pc:sldMkLst>
          <pc:docMk/>
          <pc:sldMk cId="2682218110" sldId="262"/>
        </pc:sldMkLst>
        <pc:spChg chg="mod">
          <ac:chgData name="DORS Sebastien" userId="c8a8ab7e-62a9-47cc-be65-152bff4ab635" providerId="ADAL" clId="{D3A7C591-78C1-4A2F-B3E4-6466806FA227}" dt="2025-11-02T14:39:08.740" v="1898" actId="207"/>
          <ac:spMkLst>
            <pc:docMk/>
            <pc:sldMk cId="2682218110" sldId="262"/>
            <ac:spMk id="3" creationId="{1C18BA50-6BDA-A5BF-42ED-A24FB5158021}"/>
          </ac:spMkLst>
        </pc:spChg>
      </pc:sldChg>
      <pc:sldChg chg="addSp delSp modSp add del mod ord">
        <pc:chgData name="DORS Sebastien" userId="c8a8ab7e-62a9-47cc-be65-152bff4ab635" providerId="ADAL" clId="{D3A7C591-78C1-4A2F-B3E4-6466806FA227}" dt="2025-11-02T15:00:27.616" v="2226" actId="1076"/>
        <pc:sldMkLst>
          <pc:docMk/>
          <pc:sldMk cId="1644280395" sldId="263"/>
        </pc:sldMkLst>
        <pc:spChg chg="mod">
          <ac:chgData name="DORS Sebastien" userId="c8a8ab7e-62a9-47cc-be65-152bff4ab635" providerId="ADAL" clId="{D3A7C591-78C1-4A2F-B3E4-6466806FA227}" dt="2025-11-02T14:40:08.988" v="1904" actId="207"/>
          <ac:spMkLst>
            <pc:docMk/>
            <pc:sldMk cId="1644280395" sldId="263"/>
            <ac:spMk id="3" creationId="{39607D10-757C-9186-3B03-F3B52E041A9B}"/>
          </ac:spMkLst>
        </pc:spChg>
        <pc:spChg chg="add mod">
          <ac:chgData name="DORS Sebastien" userId="c8a8ab7e-62a9-47cc-be65-152bff4ab635" providerId="ADAL" clId="{D3A7C591-78C1-4A2F-B3E4-6466806FA227}" dt="2025-11-02T14:54:57.544" v="2207" actId="14861"/>
          <ac:spMkLst>
            <pc:docMk/>
            <pc:sldMk cId="1644280395" sldId="263"/>
            <ac:spMk id="4" creationId="{6946C9A9-46DF-9FAD-21AB-461564912EB2}"/>
          </ac:spMkLst>
        </pc:spChg>
        <pc:spChg chg="add mod">
          <ac:chgData name="DORS Sebastien" userId="c8a8ab7e-62a9-47cc-be65-152bff4ab635" providerId="ADAL" clId="{D3A7C591-78C1-4A2F-B3E4-6466806FA227}" dt="2025-11-02T14:54:57.544" v="2207" actId="14861"/>
          <ac:spMkLst>
            <pc:docMk/>
            <pc:sldMk cId="1644280395" sldId="263"/>
            <ac:spMk id="5" creationId="{FFB3226B-6BC2-EF7A-90A7-8E5C90D44964}"/>
          </ac:spMkLst>
        </pc:spChg>
        <pc:spChg chg="add mod">
          <ac:chgData name="DORS Sebastien" userId="c8a8ab7e-62a9-47cc-be65-152bff4ab635" providerId="ADAL" clId="{D3A7C591-78C1-4A2F-B3E4-6466806FA227}" dt="2025-11-02T14:54:57.544" v="2207" actId="14861"/>
          <ac:spMkLst>
            <pc:docMk/>
            <pc:sldMk cId="1644280395" sldId="263"/>
            <ac:spMk id="6" creationId="{198D9150-C210-E39D-11D7-6157048791C7}"/>
          </ac:spMkLst>
        </pc:spChg>
        <pc:spChg chg="add mod">
          <ac:chgData name="DORS Sebastien" userId="c8a8ab7e-62a9-47cc-be65-152bff4ab635" providerId="ADAL" clId="{D3A7C591-78C1-4A2F-B3E4-6466806FA227}" dt="2025-11-02T14:49:21.379" v="2001" actId="122"/>
          <ac:spMkLst>
            <pc:docMk/>
            <pc:sldMk cId="1644280395" sldId="263"/>
            <ac:spMk id="7" creationId="{92ED8C8C-1B3F-D657-3D1A-CD2DB6A493CC}"/>
          </ac:spMkLst>
        </pc:spChg>
        <pc:spChg chg="add mod">
          <ac:chgData name="DORS Sebastien" userId="c8a8ab7e-62a9-47cc-be65-152bff4ab635" providerId="ADAL" clId="{D3A7C591-78C1-4A2F-B3E4-6466806FA227}" dt="2025-11-02T14:50:43.477" v="2061" actId="20577"/>
          <ac:spMkLst>
            <pc:docMk/>
            <pc:sldMk cId="1644280395" sldId="263"/>
            <ac:spMk id="16" creationId="{F15BC2E2-4616-E03C-7C1C-56B2AEF844AD}"/>
          </ac:spMkLst>
        </pc:spChg>
        <pc:spChg chg="add mod">
          <ac:chgData name="DORS Sebastien" userId="c8a8ab7e-62a9-47cc-be65-152bff4ab635" providerId="ADAL" clId="{D3A7C591-78C1-4A2F-B3E4-6466806FA227}" dt="2025-11-02T14:51:48.563" v="2093" actId="1076"/>
          <ac:spMkLst>
            <pc:docMk/>
            <pc:sldMk cId="1644280395" sldId="263"/>
            <ac:spMk id="17" creationId="{BC4E1003-CF55-CB79-E707-2F371EE23429}"/>
          </ac:spMkLst>
        </pc:spChg>
        <pc:spChg chg="add mod">
          <ac:chgData name="DORS Sebastien" userId="c8a8ab7e-62a9-47cc-be65-152bff4ab635" providerId="ADAL" clId="{D3A7C591-78C1-4A2F-B3E4-6466806FA227}" dt="2025-11-02T14:59:09.155" v="2209" actId="14861"/>
          <ac:spMkLst>
            <pc:docMk/>
            <pc:sldMk cId="1644280395" sldId="263"/>
            <ac:spMk id="21" creationId="{99C75610-6574-1549-70B4-F3E8DDAE6406}"/>
          </ac:spMkLst>
        </pc:spChg>
        <pc:spChg chg="add mod">
          <ac:chgData name="DORS Sebastien" userId="c8a8ab7e-62a9-47cc-be65-152bff4ab635" providerId="ADAL" clId="{D3A7C591-78C1-4A2F-B3E4-6466806FA227}" dt="2025-11-02T14:59:09.155" v="2209" actId="14861"/>
          <ac:spMkLst>
            <pc:docMk/>
            <pc:sldMk cId="1644280395" sldId="263"/>
            <ac:spMk id="22" creationId="{6E8819B3-57C4-424D-E63D-F2714CB3794D}"/>
          </ac:spMkLst>
        </pc:spChg>
        <pc:picChg chg="add del mod">
          <ac:chgData name="DORS Sebastien" userId="c8a8ab7e-62a9-47cc-be65-152bff4ab635" providerId="ADAL" clId="{D3A7C591-78C1-4A2F-B3E4-6466806FA227}" dt="2025-11-02T14:47:52.995" v="1974" actId="478"/>
          <ac:picMkLst>
            <pc:docMk/>
            <pc:sldMk cId="1644280395" sldId="263"/>
            <ac:picMk id="9" creationId="{E82EAE92-C59B-5846-B700-8684618B63D3}"/>
          </ac:picMkLst>
        </pc:picChg>
        <pc:picChg chg="add mod">
          <ac:chgData name="DORS Sebastien" userId="c8a8ab7e-62a9-47cc-be65-152bff4ab635" providerId="ADAL" clId="{D3A7C591-78C1-4A2F-B3E4-6466806FA227}" dt="2025-11-02T14:50:18.395" v="2025" actId="1076"/>
          <ac:picMkLst>
            <pc:docMk/>
            <pc:sldMk cId="1644280395" sldId="263"/>
            <ac:picMk id="11" creationId="{F9ADF760-1A23-9F58-7CBB-A0FA2855919F}"/>
          </ac:picMkLst>
        </pc:picChg>
        <pc:picChg chg="add mod">
          <ac:chgData name="DORS Sebastien" userId="c8a8ab7e-62a9-47cc-be65-152bff4ab635" providerId="ADAL" clId="{D3A7C591-78C1-4A2F-B3E4-6466806FA227}" dt="2025-11-02T14:50:13.575" v="2022" actId="1076"/>
          <ac:picMkLst>
            <pc:docMk/>
            <pc:sldMk cId="1644280395" sldId="263"/>
            <ac:picMk id="13" creationId="{3D68DBAC-9A18-E145-CB08-D727E01388C8}"/>
          </ac:picMkLst>
        </pc:picChg>
        <pc:picChg chg="add del mod">
          <ac:chgData name="DORS Sebastien" userId="c8a8ab7e-62a9-47cc-be65-152bff4ab635" providerId="ADAL" clId="{D3A7C591-78C1-4A2F-B3E4-6466806FA227}" dt="2025-11-02T14:50:58.881" v="2088" actId="478"/>
          <ac:picMkLst>
            <pc:docMk/>
            <pc:sldMk cId="1644280395" sldId="263"/>
            <ac:picMk id="15" creationId="{31AE4F66-CDD3-776A-C671-7C44EF167F1F}"/>
          </ac:picMkLst>
        </pc:picChg>
        <pc:picChg chg="add mod">
          <ac:chgData name="DORS Sebastien" userId="c8a8ab7e-62a9-47cc-be65-152bff4ab635" providerId="ADAL" clId="{D3A7C591-78C1-4A2F-B3E4-6466806FA227}" dt="2025-11-02T15:00:27.616" v="2226" actId="1076"/>
          <ac:picMkLst>
            <pc:docMk/>
            <pc:sldMk cId="1644280395" sldId="263"/>
            <ac:picMk id="18" creationId="{BB8AA8AB-A25F-6AF0-646D-710BBBA3326B}"/>
          </ac:picMkLst>
        </pc:picChg>
        <pc:picChg chg="add mod">
          <ac:chgData name="DORS Sebastien" userId="c8a8ab7e-62a9-47cc-be65-152bff4ab635" providerId="ADAL" clId="{D3A7C591-78C1-4A2F-B3E4-6466806FA227}" dt="2025-11-02T15:00:27.616" v="2226" actId="1076"/>
          <ac:picMkLst>
            <pc:docMk/>
            <pc:sldMk cId="1644280395" sldId="263"/>
            <ac:picMk id="19" creationId="{71C01377-3D37-D4CA-138B-BA93283A5B99}"/>
          </ac:picMkLst>
        </pc:picChg>
        <pc:picChg chg="add mod">
          <ac:chgData name="DORS Sebastien" userId="c8a8ab7e-62a9-47cc-be65-152bff4ab635" providerId="ADAL" clId="{D3A7C591-78C1-4A2F-B3E4-6466806FA227}" dt="2025-11-02T15:00:27.616" v="2226" actId="1076"/>
          <ac:picMkLst>
            <pc:docMk/>
            <pc:sldMk cId="1644280395" sldId="263"/>
            <ac:picMk id="20" creationId="{20C55F4B-3661-359E-5EEF-318F8124D31F}"/>
          </ac:picMkLst>
        </pc:picChg>
      </pc:sldChg>
      <pc:sldChg chg="addSp delSp modSp add del mod">
        <pc:chgData name="DORS Sebastien" userId="c8a8ab7e-62a9-47cc-be65-152bff4ab635" providerId="ADAL" clId="{D3A7C591-78C1-4A2F-B3E4-6466806FA227}" dt="2025-11-02T15:14:29.906" v="2340" actId="47"/>
        <pc:sldMkLst>
          <pc:docMk/>
          <pc:sldMk cId="966663945" sldId="264"/>
        </pc:sldMkLst>
        <pc:spChg chg="mod">
          <ac:chgData name="DORS Sebastien" userId="c8a8ab7e-62a9-47cc-be65-152bff4ab635" providerId="ADAL" clId="{D3A7C591-78C1-4A2F-B3E4-6466806FA227}" dt="2025-11-02T15:12:19.055" v="2291" actId="20577"/>
          <ac:spMkLst>
            <pc:docMk/>
            <pc:sldMk cId="966663945" sldId="264"/>
            <ac:spMk id="2" creationId="{C662789D-46BB-9585-9B2E-BEA1856D5DEA}"/>
          </ac:spMkLst>
        </pc:spChg>
        <pc:spChg chg="del">
          <ac:chgData name="DORS Sebastien" userId="c8a8ab7e-62a9-47cc-be65-152bff4ab635" providerId="ADAL" clId="{D3A7C591-78C1-4A2F-B3E4-6466806FA227}" dt="2025-11-02T15:12:12.019" v="2272" actId="478"/>
          <ac:spMkLst>
            <pc:docMk/>
            <pc:sldMk cId="966663945" sldId="264"/>
            <ac:spMk id="3" creationId="{8C90EE98-46C1-0544-0BCE-A18057908CF7}"/>
          </ac:spMkLst>
        </pc:spChg>
        <pc:spChg chg="del">
          <ac:chgData name="DORS Sebastien" userId="c8a8ab7e-62a9-47cc-be65-152bff4ab635" providerId="ADAL" clId="{D3A7C591-78C1-4A2F-B3E4-6466806FA227}" dt="2025-11-02T15:12:21.740" v="2292" actId="478"/>
          <ac:spMkLst>
            <pc:docMk/>
            <pc:sldMk cId="966663945" sldId="264"/>
            <ac:spMk id="4" creationId="{EDA3E889-C816-8269-F3A9-19F1D1524FC3}"/>
          </ac:spMkLst>
        </pc:spChg>
        <pc:spChg chg="del">
          <ac:chgData name="DORS Sebastien" userId="c8a8ab7e-62a9-47cc-be65-152bff4ab635" providerId="ADAL" clId="{D3A7C591-78C1-4A2F-B3E4-6466806FA227}" dt="2025-11-02T15:12:21.740" v="2292" actId="478"/>
          <ac:spMkLst>
            <pc:docMk/>
            <pc:sldMk cId="966663945" sldId="264"/>
            <ac:spMk id="5" creationId="{217D7414-5BCE-F02C-B31B-989DFD007FFD}"/>
          </ac:spMkLst>
        </pc:spChg>
        <pc:spChg chg="del">
          <ac:chgData name="DORS Sebastien" userId="c8a8ab7e-62a9-47cc-be65-152bff4ab635" providerId="ADAL" clId="{D3A7C591-78C1-4A2F-B3E4-6466806FA227}" dt="2025-11-02T15:12:21.740" v="2292" actId="478"/>
          <ac:spMkLst>
            <pc:docMk/>
            <pc:sldMk cId="966663945" sldId="264"/>
            <ac:spMk id="6" creationId="{6EFEFF58-B58E-AB29-46F3-7E49778D7355}"/>
          </ac:spMkLst>
        </pc:spChg>
        <pc:spChg chg="del">
          <ac:chgData name="DORS Sebastien" userId="c8a8ab7e-62a9-47cc-be65-152bff4ab635" providerId="ADAL" clId="{D3A7C591-78C1-4A2F-B3E4-6466806FA227}" dt="2025-11-02T15:12:21.740" v="2292" actId="478"/>
          <ac:spMkLst>
            <pc:docMk/>
            <pc:sldMk cId="966663945" sldId="264"/>
            <ac:spMk id="7" creationId="{C15A7C88-D085-B8CE-434E-ED728AEC0821}"/>
          </ac:spMkLst>
        </pc:spChg>
        <pc:spChg chg="add mod">
          <ac:chgData name="DORS Sebastien" userId="c8a8ab7e-62a9-47cc-be65-152bff4ab635" providerId="ADAL" clId="{D3A7C591-78C1-4A2F-B3E4-6466806FA227}" dt="2025-11-02T15:13:56.118" v="2296" actId="1076"/>
          <ac:spMkLst>
            <pc:docMk/>
            <pc:sldMk cId="966663945" sldId="264"/>
            <ac:spMk id="8" creationId="{42132DDA-9CA9-62D6-FB28-625464E5FE01}"/>
          </ac:spMkLst>
        </pc:spChg>
        <pc:spChg chg="add mod">
          <ac:chgData name="DORS Sebastien" userId="c8a8ab7e-62a9-47cc-be65-152bff4ab635" providerId="ADAL" clId="{D3A7C591-78C1-4A2F-B3E4-6466806FA227}" dt="2025-11-02T15:14:14.429" v="2338" actId="27636"/>
          <ac:spMkLst>
            <pc:docMk/>
            <pc:sldMk cId="966663945" sldId="264"/>
            <ac:spMk id="9" creationId="{6C8BF28F-61AC-0D4F-21E2-B32AF095FAD5}"/>
          </ac:spMkLst>
        </pc:spChg>
        <pc:spChg chg="del">
          <ac:chgData name="DORS Sebastien" userId="c8a8ab7e-62a9-47cc-be65-152bff4ab635" providerId="ADAL" clId="{D3A7C591-78C1-4A2F-B3E4-6466806FA227}" dt="2025-11-02T15:12:21.740" v="2292" actId="478"/>
          <ac:spMkLst>
            <pc:docMk/>
            <pc:sldMk cId="966663945" sldId="264"/>
            <ac:spMk id="16" creationId="{1B33AB65-7C2C-4A7F-853B-28DDA0260681}"/>
          </ac:spMkLst>
        </pc:spChg>
        <pc:spChg chg="del">
          <ac:chgData name="DORS Sebastien" userId="c8a8ab7e-62a9-47cc-be65-152bff4ab635" providerId="ADAL" clId="{D3A7C591-78C1-4A2F-B3E4-6466806FA227}" dt="2025-11-02T15:12:21.740" v="2292" actId="478"/>
          <ac:spMkLst>
            <pc:docMk/>
            <pc:sldMk cId="966663945" sldId="264"/>
            <ac:spMk id="17" creationId="{2AC1F5BD-C8F0-1D72-1651-8322E862D8F8}"/>
          </ac:spMkLst>
        </pc:spChg>
        <pc:spChg chg="del">
          <ac:chgData name="DORS Sebastien" userId="c8a8ab7e-62a9-47cc-be65-152bff4ab635" providerId="ADAL" clId="{D3A7C591-78C1-4A2F-B3E4-6466806FA227}" dt="2025-11-02T15:12:21.740" v="2292" actId="478"/>
          <ac:spMkLst>
            <pc:docMk/>
            <pc:sldMk cId="966663945" sldId="264"/>
            <ac:spMk id="21" creationId="{D912E5CF-EE2A-8430-C636-3035EEB7D219}"/>
          </ac:spMkLst>
        </pc:spChg>
        <pc:spChg chg="del">
          <ac:chgData name="DORS Sebastien" userId="c8a8ab7e-62a9-47cc-be65-152bff4ab635" providerId="ADAL" clId="{D3A7C591-78C1-4A2F-B3E4-6466806FA227}" dt="2025-11-02T15:12:21.740" v="2292" actId="478"/>
          <ac:spMkLst>
            <pc:docMk/>
            <pc:sldMk cId="966663945" sldId="264"/>
            <ac:spMk id="22" creationId="{C018AEAD-ED3F-C14F-C198-411A0D97E2F4}"/>
          </ac:spMkLst>
        </pc:spChg>
        <pc:picChg chg="del">
          <ac:chgData name="DORS Sebastien" userId="c8a8ab7e-62a9-47cc-be65-152bff4ab635" providerId="ADAL" clId="{D3A7C591-78C1-4A2F-B3E4-6466806FA227}" dt="2025-11-02T15:12:21.740" v="2292" actId="478"/>
          <ac:picMkLst>
            <pc:docMk/>
            <pc:sldMk cId="966663945" sldId="264"/>
            <ac:picMk id="11" creationId="{97318FEA-7172-CE74-88AB-A63DEF248B57}"/>
          </ac:picMkLst>
        </pc:picChg>
        <pc:picChg chg="del">
          <ac:chgData name="DORS Sebastien" userId="c8a8ab7e-62a9-47cc-be65-152bff4ab635" providerId="ADAL" clId="{D3A7C591-78C1-4A2F-B3E4-6466806FA227}" dt="2025-11-02T15:12:21.740" v="2292" actId="478"/>
          <ac:picMkLst>
            <pc:docMk/>
            <pc:sldMk cId="966663945" sldId="264"/>
            <ac:picMk id="18" creationId="{42377F8D-F5E1-0E5C-0516-335D1A524C3B}"/>
          </ac:picMkLst>
        </pc:picChg>
      </pc:sldChg>
      <pc:sldChg chg="addSp delSp modSp add mod">
        <pc:chgData name="DORS Sebastien" userId="c8a8ab7e-62a9-47cc-be65-152bff4ab635" providerId="ADAL" clId="{D3A7C591-78C1-4A2F-B3E4-6466806FA227}" dt="2025-11-02T15:19:14.310" v="2390" actId="1076"/>
        <pc:sldMkLst>
          <pc:docMk/>
          <pc:sldMk cId="2200329592" sldId="265"/>
        </pc:sldMkLst>
        <pc:spChg chg="del">
          <ac:chgData name="DORS Sebastien" userId="c8a8ab7e-62a9-47cc-be65-152bff4ab635" providerId="ADAL" clId="{D3A7C591-78C1-4A2F-B3E4-6466806FA227}" dt="2025-11-02T15:16:20.963" v="2345" actId="478"/>
          <ac:spMkLst>
            <pc:docMk/>
            <pc:sldMk cId="2200329592" sldId="265"/>
            <ac:spMk id="2" creationId="{93C8FC86-CC0F-61AE-6985-61E951E1F8EB}"/>
          </ac:spMkLst>
        </pc:spChg>
        <pc:spChg chg="del">
          <ac:chgData name="DORS Sebastien" userId="c8a8ab7e-62a9-47cc-be65-152bff4ab635" providerId="ADAL" clId="{D3A7C591-78C1-4A2F-B3E4-6466806FA227}" dt="2025-11-02T15:16:20.963" v="2345" actId="478"/>
          <ac:spMkLst>
            <pc:docMk/>
            <pc:sldMk cId="2200329592" sldId="265"/>
            <ac:spMk id="3" creationId="{1223696B-9C49-F437-5FDA-82787B5807D8}"/>
          </ac:spMkLst>
        </pc:spChg>
        <pc:spChg chg="add del mod">
          <ac:chgData name="DORS Sebastien" userId="c8a8ab7e-62a9-47cc-be65-152bff4ab635" providerId="ADAL" clId="{D3A7C591-78C1-4A2F-B3E4-6466806FA227}" dt="2025-11-02T15:16:27.117" v="2348" actId="478"/>
          <ac:spMkLst>
            <pc:docMk/>
            <pc:sldMk cId="2200329592" sldId="265"/>
            <ac:spMk id="4" creationId="{EE378DDB-16AF-3838-B703-8106FDE2E142}"/>
          </ac:spMkLst>
        </pc:spChg>
        <pc:spChg chg="add del mod">
          <ac:chgData name="DORS Sebastien" userId="c8a8ab7e-62a9-47cc-be65-152bff4ab635" providerId="ADAL" clId="{D3A7C591-78C1-4A2F-B3E4-6466806FA227}" dt="2025-11-02T15:16:23.339" v="2346" actId="478"/>
          <ac:spMkLst>
            <pc:docMk/>
            <pc:sldMk cId="2200329592" sldId="265"/>
            <ac:spMk id="7" creationId="{51931396-DC5C-00AB-59DA-3AC845E1BC6D}"/>
          </ac:spMkLst>
        </pc:spChg>
        <pc:spChg chg="add del mod">
          <ac:chgData name="DORS Sebastien" userId="c8a8ab7e-62a9-47cc-be65-152bff4ab635" providerId="ADAL" clId="{D3A7C591-78C1-4A2F-B3E4-6466806FA227}" dt="2025-11-02T15:16:28.707" v="2349" actId="478"/>
          <ac:spMkLst>
            <pc:docMk/>
            <pc:sldMk cId="2200329592" sldId="265"/>
            <ac:spMk id="10" creationId="{45B1DE4E-2CB5-94B1-F982-02C26746F743}"/>
          </ac:spMkLst>
        </pc:spChg>
        <pc:spChg chg="add mod">
          <ac:chgData name="DORS Sebastien" userId="c8a8ab7e-62a9-47cc-be65-152bff4ab635" providerId="ADAL" clId="{D3A7C591-78C1-4A2F-B3E4-6466806FA227}" dt="2025-11-02T15:19:14.310" v="2390" actId="1076"/>
          <ac:spMkLst>
            <pc:docMk/>
            <pc:sldMk cId="2200329592" sldId="265"/>
            <ac:spMk id="11" creationId="{A3DD5BD4-6DE1-5531-AED8-F681213495D5}"/>
          </ac:spMkLst>
        </pc:spChg>
      </pc:sldChg>
    </pc:docChg>
  </pc:docChgLst>
  <pc:docChgLst>
    <pc:chgData name="MONS - GOUILLAUD Margault" userId="517503a0-fecf-410f-ae73-2bb224035a68" providerId="ADAL" clId="{29DB12D8-84F2-4CCB-A6D1-95C8CA5FFDCF}"/>
    <pc:docChg chg="undo redo custSel addSld delSld modSld">
      <pc:chgData name="MONS - GOUILLAUD Margault" userId="517503a0-fecf-410f-ae73-2bb224035a68" providerId="ADAL" clId="{29DB12D8-84F2-4CCB-A6D1-95C8CA5FFDCF}" dt="2025-11-03T13:27:28.058" v="551" actId="207"/>
      <pc:docMkLst>
        <pc:docMk/>
      </pc:docMkLst>
      <pc:sldChg chg="addSp delSp modSp mod">
        <pc:chgData name="MONS - GOUILLAUD Margault" userId="517503a0-fecf-410f-ae73-2bb224035a68" providerId="ADAL" clId="{29DB12D8-84F2-4CCB-A6D1-95C8CA5FFDCF}" dt="2025-11-03T10:18:32.017" v="68" actId="1076"/>
        <pc:sldMkLst>
          <pc:docMk/>
          <pc:sldMk cId="1075241868" sldId="256"/>
        </pc:sldMkLst>
        <pc:spChg chg="mod">
          <ac:chgData name="MONS - GOUILLAUD Margault" userId="517503a0-fecf-410f-ae73-2bb224035a68" providerId="ADAL" clId="{29DB12D8-84F2-4CCB-A6D1-95C8CA5FFDCF}" dt="2025-11-03T10:18:32.017" v="68" actId="1076"/>
          <ac:spMkLst>
            <pc:docMk/>
            <pc:sldMk cId="1075241868" sldId="256"/>
            <ac:spMk id="2" creationId="{653E2E86-8DEB-0DE9-F2A8-2CBB848043C1}"/>
          </ac:spMkLst>
        </pc:spChg>
        <pc:spChg chg="mod">
          <ac:chgData name="MONS - GOUILLAUD Margault" userId="517503a0-fecf-410f-ae73-2bb224035a68" providerId="ADAL" clId="{29DB12D8-84F2-4CCB-A6D1-95C8CA5FFDCF}" dt="2025-11-03T10:18:26.976" v="67" actId="1076"/>
          <ac:spMkLst>
            <pc:docMk/>
            <pc:sldMk cId="1075241868" sldId="256"/>
            <ac:spMk id="3" creationId="{215180BE-5C80-6D5A-6DDD-B4561DA243AD}"/>
          </ac:spMkLst>
        </pc:spChg>
        <pc:spChg chg="mod">
          <ac:chgData name="MONS - GOUILLAUD Margault" userId="517503a0-fecf-410f-ae73-2bb224035a68" providerId="ADAL" clId="{29DB12D8-84F2-4CCB-A6D1-95C8CA5FFDCF}" dt="2025-11-03T10:16:29.850" v="48" actId="1076"/>
          <ac:spMkLst>
            <pc:docMk/>
            <pc:sldMk cId="1075241868" sldId="256"/>
            <ac:spMk id="5" creationId="{A81567F4-BC0D-60E4-B077-991E28CA3E24}"/>
          </ac:spMkLst>
        </pc:spChg>
        <pc:spChg chg="mod">
          <ac:chgData name="MONS - GOUILLAUD Margault" userId="517503a0-fecf-410f-ae73-2bb224035a68" providerId="ADAL" clId="{29DB12D8-84F2-4CCB-A6D1-95C8CA5FFDCF}" dt="2025-11-03T10:16:29.255" v="47" actId="1076"/>
          <ac:spMkLst>
            <pc:docMk/>
            <pc:sldMk cId="1075241868" sldId="256"/>
            <ac:spMk id="8" creationId="{2FAFA19A-5459-1C1A-52B0-3F1A42931C99}"/>
          </ac:spMkLst>
        </pc:spChg>
        <pc:picChg chg="add del">
          <ac:chgData name="MONS - GOUILLAUD Margault" userId="517503a0-fecf-410f-ae73-2bb224035a68" providerId="ADAL" clId="{29DB12D8-84F2-4CCB-A6D1-95C8CA5FFDCF}" dt="2025-11-03T10:01:57.758" v="16" actId="22"/>
          <ac:picMkLst>
            <pc:docMk/>
            <pc:sldMk cId="1075241868" sldId="256"/>
            <ac:picMk id="7" creationId="{7DEF3F49-3CC9-03DA-DE76-435E32A71A90}"/>
          </ac:picMkLst>
        </pc:picChg>
        <pc:picChg chg="add del mod">
          <ac:chgData name="MONS - GOUILLAUD Margault" userId="517503a0-fecf-410f-ae73-2bb224035a68" providerId="ADAL" clId="{29DB12D8-84F2-4CCB-A6D1-95C8CA5FFDCF}" dt="2025-11-03T10:16:31.663" v="51" actId="22"/>
          <ac:picMkLst>
            <pc:docMk/>
            <pc:sldMk cId="1075241868" sldId="256"/>
            <ac:picMk id="13" creationId="{6F7A6FC3-9344-3BF8-5C56-A2D33628EAE8}"/>
          </ac:picMkLst>
        </pc:picChg>
      </pc:sldChg>
      <pc:sldChg chg="addSp delSp modSp del mod">
        <pc:chgData name="MONS - GOUILLAUD Margault" userId="517503a0-fecf-410f-ae73-2bb224035a68" providerId="ADAL" clId="{29DB12D8-84F2-4CCB-A6D1-95C8CA5FFDCF}" dt="2025-11-03T10:27:35.894" v="77" actId="2696"/>
        <pc:sldMkLst>
          <pc:docMk/>
          <pc:sldMk cId="569702824" sldId="257"/>
        </pc:sldMkLst>
        <pc:spChg chg="mod">
          <ac:chgData name="MONS - GOUILLAUD Margault" userId="517503a0-fecf-410f-ae73-2bb224035a68" providerId="ADAL" clId="{29DB12D8-84F2-4CCB-A6D1-95C8CA5FFDCF}" dt="2025-11-03T10:20:46.922" v="73" actId="207"/>
          <ac:spMkLst>
            <pc:docMk/>
            <pc:sldMk cId="569702824" sldId="257"/>
            <ac:spMk id="2" creationId="{727C7D5F-5B77-1D4C-8EAF-0EC74B8D3996}"/>
          </ac:spMkLst>
        </pc:spChg>
        <pc:spChg chg="del">
          <ac:chgData name="MONS - GOUILLAUD Margault" userId="517503a0-fecf-410f-ae73-2bb224035a68" providerId="ADAL" clId="{29DB12D8-84F2-4CCB-A6D1-95C8CA5FFDCF}" dt="2025-11-03T10:27:27.847" v="76" actId="478"/>
          <ac:spMkLst>
            <pc:docMk/>
            <pc:sldMk cId="569702824" sldId="257"/>
            <ac:spMk id="4" creationId="{4BA32162-A975-87B8-2536-E6BD85F90D22}"/>
          </ac:spMkLst>
        </pc:spChg>
        <pc:spChg chg="add mod">
          <ac:chgData name="MONS - GOUILLAUD Margault" userId="517503a0-fecf-410f-ae73-2bb224035a68" providerId="ADAL" clId="{29DB12D8-84F2-4CCB-A6D1-95C8CA5FFDCF}" dt="2025-11-03T10:27:13.870" v="75" actId="14100"/>
          <ac:spMkLst>
            <pc:docMk/>
            <pc:sldMk cId="569702824" sldId="257"/>
            <ac:spMk id="6" creationId="{E1494931-62F9-565D-5DC7-B657EE2C9FC1}"/>
          </ac:spMkLst>
        </pc:spChg>
        <pc:graphicFrameChg chg="del">
          <ac:chgData name="MONS - GOUILLAUD Margault" userId="517503a0-fecf-410f-ae73-2bb224035a68" providerId="ADAL" clId="{29DB12D8-84F2-4CCB-A6D1-95C8CA5FFDCF}" dt="2025-11-03T10:27:07.157" v="74" actId="478"/>
          <ac:graphicFrameMkLst>
            <pc:docMk/>
            <pc:sldMk cId="569702824" sldId="257"/>
            <ac:graphicFrameMk id="19" creationId="{DA198A80-4466-D93D-7B87-6379AB7DA495}"/>
          </ac:graphicFrameMkLst>
        </pc:graphicFrameChg>
      </pc:sldChg>
      <pc:sldChg chg="modSp mod">
        <pc:chgData name="MONS - GOUILLAUD Margault" userId="517503a0-fecf-410f-ae73-2bb224035a68" providerId="ADAL" clId="{29DB12D8-84F2-4CCB-A6D1-95C8CA5FFDCF}" dt="2025-11-03T13:05:57.048" v="425" actId="208"/>
        <pc:sldMkLst>
          <pc:docMk/>
          <pc:sldMk cId="3072236882" sldId="258"/>
        </pc:sldMkLst>
        <pc:spChg chg="mod">
          <ac:chgData name="MONS - GOUILLAUD Margault" userId="517503a0-fecf-410f-ae73-2bb224035a68" providerId="ADAL" clId="{29DB12D8-84F2-4CCB-A6D1-95C8CA5FFDCF}" dt="2025-11-03T13:02:37.031" v="396" actId="207"/>
          <ac:spMkLst>
            <pc:docMk/>
            <pc:sldMk cId="3072236882" sldId="258"/>
            <ac:spMk id="2" creationId="{DC1F446A-CAE3-13A5-8FDA-5D1D4767D370}"/>
          </ac:spMkLst>
        </pc:spChg>
        <pc:spChg chg="mod">
          <ac:chgData name="MONS - GOUILLAUD Margault" userId="517503a0-fecf-410f-ae73-2bb224035a68" providerId="ADAL" clId="{29DB12D8-84F2-4CCB-A6D1-95C8CA5FFDCF}" dt="2025-11-03T13:04:48.690" v="419" actId="207"/>
          <ac:spMkLst>
            <pc:docMk/>
            <pc:sldMk cId="3072236882" sldId="258"/>
            <ac:spMk id="22" creationId="{E72277FF-A564-6BCD-9372-66CF2E29BCAB}"/>
          </ac:spMkLst>
        </pc:spChg>
        <pc:spChg chg="mod">
          <ac:chgData name="MONS - GOUILLAUD Margault" userId="517503a0-fecf-410f-ae73-2bb224035a68" providerId="ADAL" clId="{29DB12D8-84F2-4CCB-A6D1-95C8CA5FFDCF}" dt="2025-11-03T13:04:48.386" v="418" actId="207"/>
          <ac:spMkLst>
            <pc:docMk/>
            <pc:sldMk cId="3072236882" sldId="258"/>
            <ac:spMk id="25" creationId="{38377E35-429F-A216-8839-983F824AA27D}"/>
          </ac:spMkLst>
        </pc:spChg>
        <pc:spChg chg="mod">
          <ac:chgData name="MONS - GOUILLAUD Margault" userId="517503a0-fecf-410f-ae73-2bb224035a68" providerId="ADAL" clId="{29DB12D8-84F2-4CCB-A6D1-95C8CA5FFDCF}" dt="2025-11-03T13:04:48.183" v="417" actId="207"/>
          <ac:spMkLst>
            <pc:docMk/>
            <pc:sldMk cId="3072236882" sldId="258"/>
            <ac:spMk id="26" creationId="{8B1DCCE1-CBBC-73BE-61BB-6B3197F46EB4}"/>
          </ac:spMkLst>
        </pc:spChg>
        <pc:cxnChg chg="mod">
          <ac:chgData name="MONS - GOUILLAUD Margault" userId="517503a0-fecf-410f-ae73-2bb224035a68" providerId="ADAL" clId="{29DB12D8-84F2-4CCB-A6D1-95C8CA5FFDCF}" dt="2025-11-03T13:04:48.887" v="420" actId="208"/>
          <ac:cxnSpMkLst>
            <pc:docMk/>
            <pc:sldMk cId="3072236882" sldId="258"/>
            <ac:cxnSpMk id="28" creationId="{757626C5-404B-D944-4B3E-7AEBFD61CF5A}"/>
          </ac:cxnSpMkLst>
        </pc:cxnChg>
        <pc:cxnChg chg="mod">
          <ac:chgData name="MONS - GOUILLAUD Margault" userId="517503a0-fecf-410f-ae73-2bb224035a68" providerId="ADAL" clId="{29DB12D8-84F2-4CCB-A6D1-95C8CA5FFDCF}" dt="2025-11-03T13:05:15.341" v="423" actId="208"/>
          <ac:cxnSpMkLst>
            <pc:docMk/>
            <pc:sldMk cId="3072236882" sldId="258"/>
            <ac:cxnSpMk id="30" creationId="{0669EDCC-7A4F-B283-308E-E5B8BED77D7B}"/>
          </ac:cxnSpMkLst>
        </pc:cxnChg>
        <pc:cxnChg chg="mod">
          <ac:chgData name="MONS - GOUILLAUD Margault" userId="517503a0-fecf-410f-ae73-2bb224035a68" providerId="ADAL" clId="{29DB12D8-84F2-4CCB-A6D1-95C8CA5FFDCF}" dt="2025-11-03T13:05:00.986" v="422" actId="208"/>
          <ac:cxnSpMkLst>
            <pc:docMk/>
            <pc:sldMk cId="3072236882" sldId="258"/>
            <ac:cxnSpMk id="31" creationId="{12FEE97B-AA51-8567-D39A-2A528A3BABA9}"/>
          </ac:cxnSpMkLst>
        </pc:cxnChg>
        <pc:cxnChg chg="mod">
          <ac:chgData name="MONS - GOUILLAUD Margault" userId="517503a0-fecf-410f-ae73-2bb224035a68" providerId="ADAL" clId="{29DB12D8-84F2-4CCB-A6D1-95C8CA5FFDCF}" dt="2025-11-03T13:05:35.080" v="424" actId="208"/>
          <ac:cxnSpMkLst>
            <pc:docMk/>
            <pc:sldMk cId="3072236882" sldId="258"/>
            <ac:cxnSpMk id="32" creationId="{716FB343-C848-C72C-7590-9182E4246DC8}"/>
          </ac:cxnSpMkLst>
        </pc:cxnChg>
        <pc:cxnChg chg="mod">
          <ac:chgData name="MONS - GOUILLAUD Margault" userId="517503a0-fecf-410f-ae73-2bb224035a68" providerId="ADAL" clId="{29DB12D8-84F2-4CCB-A6D1-95C8CA5FFDCF}" dt="2025-11-03T13:04:49.401" v="421" actId="208"/>
          <ac:cxnSpMkLst>
            <pc:docMk/>
            <pc:sldMk cId="3072236882" sldId="258"/>
            <ac:cxnSpMk id="37" creationId="{D592DBBF-A5C9-870D-C7C8-45AE519F2379}"/>
          </ac:cxnSpMkLst>
        </pc:cxnChg>
        <pc:cxnChg chg="mod">
          <ac:chgData name="MONS - GOUILLAUD Margault" userId="517503a0-fecf-410f-ae73-2bb224035a68" providerId="ADAL" clId="{29DB12D8-84F2-4CCB-A6D1-95C8CA5FFDCF}" dt="2025-11-03T13:05:57.048" v="425" actId="208"/>
          <ac:cxnSpMkLst>
            <pc:docMk/>
            <pc:sldMk cId="3072236882" sldId="258"/>
            <ac:cxnSpMk id="38" creationId="{485E6190-AE03-7BC3-2568-5473994B4F7A}"/>
          </ac:cxnSpMkLst>
        </pc:cxnChg>
      </pc:sldChg>
      <pc:sldChg chg="modSp mod">
        <pc:chgData name="MONS - GOUILLAUD Margault" userId="517503a0-fecf-410f-ae73-2bb224035a68" providerId="ADAL" clId="{29DB12D8-84F2-4CCB-A6D1-95C8CA5FFDCF}" dt="2025-11-03T13:15:43.715" v="489" actId="207"/>
        <pc:sldMkLst>
          <pc:docMk/>
          <pc:sldMk cId="3890140898" sldId="259"/>
        </pc:sldMkLst>
        <pc:spChg chg="mod">
          <ac:chgData name="MONS - GOUILLAUD Margault" userId="517503a0-fecf-410f-ae73-2bb224035a68" providerId="ADAL" clId="{29DB12D8-84F2-4CCB-A6D1-95C8CA5FFDCF}" dt="2025-11-03T13:08:14.255" v="437" actId="207"/>
          <ac:spMkLst>
            <pc:docMk/>
            <pc:sldMk cId="3890140898" sldId="259"/>
            <ac:spMk id="2" creationId="{01F9FA8D-2E72-0768-CB89-1CF0105D9471}"/>
          </ac:spMkLst>
        </pc:spChg>
        <pc:spChg chg="mod">
          <ac:chgData name="MONS - GOUILLAUD Margault" userId="517503a0-fecf-410f-ae73-2bb224035a68" providerId="ADAL" clId="{29DB12D8-84F2-4CCB-A6D1-95C8CA5FFDCF}" dt="2025-11-03T13:06:24.445" v="428" actId="207"/>
          <ac:spMkLst>
            <pc:docMk/>
            <pc:sldMk cId="3890140898" sldId="259"/>
            <ac:spMk id="4" creationId="{AB857537-BFD4-E1DF-E1D0-5C6D80F95C68}"/>
          </ac:spMkLst>
        </pc:spChg>
        <pc:spChg chg="mod">
          <ac:chgData name="MONS - GOUILLAUD Margault" userId="517503a0-fecf-410f-ae73-2bb224035a68" providerId="ADAL" clId="{29DB12D8-84F2-4CCB-A6D1-95C8CA5FFDCF}" dt="2025-11-03T13:09:01.369" v="441" actId="207"/>
          <ac:spMkLst>
            <pc:docMk/>
            <pc:sldMk cId="3890140898" sldId="259"/>
            <ac:spMk id="5" creationId="{D739FC71-526A-3C10-0ECF-4931961E93AD}"/>
          </ac:spMkLst>
        </pc:spChg>
        <pc:spChg chg="mod">
          <ac:chgData name="MONS - GOUILLAUD Margault" userId="517503a0-fecf-410f-ae73-2bb224035a68" providerId="ADAL" clId="{29DB12D8-84F2-4CCB-A6D1-95C8CA5FFDCF}" dt="2025-11-03T13:09:53.829" v="450" actId="207"/>
          <ac:spMkLst>
            <pc:docMk/>
            <pc:sldMk cId="3890140898" sldId="259"/>
            <ac:spMk id="6" creationId="{9F6175CC-3C7B-2586-266E-2A77B6E602AB}"/>
          </ac:spMkLst>
        </pc:spChg>
        <pc:spChg chg="mod">
          <ac:chgData name="MONS - GOUILLAUD Margault" userId="517503a0-fecf-410f-ae73-2bb224035a68" providerId="ADAL" clId="{29DB12D8-84F2-4CCB-A6D1-95C8CA5FFDCF}" dt="2025-11-03T13:14:55.125" v="484" actId="207"/>
          <ac:spMkLst>
            <pc:docMk/>
            <pc:sldMk cId="3890140898" sldId="259"/>
            <ac:spMk id="8" creationId="{D9E5259A-F13F-FBC3-267A-8BEE85A5C6FA}"/>
          </ac:spMkLst>
        </pc:spChg>
        <pc:spChg chg="mod">
          <ac:chgData name="MONS - GOUILLAUD Margault" userId="517503a0-fecf-410f-ae73-2bb224035a68" providerId="ADAL" clId="{29DB12D8-84F2-4CCB-A6D1-95C8CA5FFDCF}" dt="2025-11-03T13:14:43.910" v="481" actId="207"/>
          <ac:spMkLst>
            <pc:docMk/>
            <pc:sldMk cId="3890140898" sldId="259"/>
            <ac:spMk id="12" creationId="{7EB4C1D9-48B6-9DA1-1758-2474CFC8248D}"/>
          </ac:spMkLst>
        </pc:spChg>
        <pc:spChg chg="mod">
          <ac:chgData name="MONS - GOUILLAUD Margault" userId="517503a0-fecf-410f-ae73-2bb224035a68" providerId="ADAL" clId="{29DB12D8-84F2-4CCB-A6D1-95C8CA5FFDCF}" dt="2025-11-03T13:15:16.384" v="486" actId="207"/>
          <ac:spMkLst>
            <pc:docMk/>
            <pc:sldMk cId="3890140898" sldId="259"/>
            <ac:spMk id="14" creationId="{44776B7F-DDDC-57F8-6E99-55FCA2B3B2F0}"/>
          </ac:spMkLst>
        </pc:spChg>
        <pc:spChg chg="mod">
          <ac:chgData name="MONS - GOUILLAUD Margault" userId="517503a0-fecf-410f-ae73-2bb224035a68" providerId="ADAL" clId="{29DB12D8-84F2-4CCB-A6D1-95C8CA5FFDCF}" dt="2025-11-03T13:15:36.782" v="488" actId="207"/>
          <ac:spMkLst>
            <pc:docMk/>
            <pc:sldMk cId="3890140898" sldId="259"/>
            <ac:spMk id="15" creationId="{EAF94A0B-1753-8485-D41A-3FFB4308E4F7}"/>
          </ac:spMkLst>
        </pc:spChg>
        <pc:spChg chg="mod">
          <ac:chgData name="MONS - GOUILLAUD Margault" userId="517503a0-fecf-410f-ae73-2bb224035a68" providerId="ADAL" clId="{29DB12D8-84F2-4CCB-A6D1-95C8CA5FFDCF}" dt="2025-11-03T13:15:22.364" v="487" actId="207"/>
          <ac:spMkLst>
            <pc:docMk/>
            <pc:sldMk cId="3890140898" sldId="259"/>
            <ac:spMk id="16" creationId="{E3617C7F-16C3-E977-F565-EFB9FF5C64F0}"/>
          </ac:spMkLst>
        </pc:spChg>
        <pc:spChg chg="mod">
          <ac:chgData name="MONS - GOUILLAUD Margault" userId="517503a0-fecf-410f-ae73-2bb224035a68" providerId="ADAL" clId="{29DB12D8-84F2-4CCB-A6D1-95C8CA5FFDCF}" dt="2025-11-03T13:15:43.715" v="489" actId="207"/>
          <ac:spMkLst>
            <pc:docMk/>
            <pc:sldMk cId="3890140898" sldId="259"/>
            <ac:spMk id="17" creationId="{FAA4EA72-37C2-A0E0-1CF1-7BAB8179737E}"/>
          </ac:spMkLst>
        </pc:spChg>
        <pc:grpChg chg="mod">
          <ac:chgData name="MONS - GOUILLAUD Margault" userId="517503a0-fecf-410f-ae73-2bb224035a68" providerId="ADAL" clId="{29DB12D8-84F2-4CCB-A6D1-95C8CA5FFDCF}" dt="2025-11-03T13:06:24.445" v="428" actId="207"/>
          <ac:grpSpMkLst>
            <pc:docMk/>
            <pc:sldMk cId="3890140898" sldId="259"/>
            <ac:grpSpMk id="52" creationId="{EAE4DA7E-FB55-4A0D-841D-BD79A8740559}"/>
          </ac:grpSpMkLst>
        </pc:grpChg>
        <pc:grpChg chg="mod">
          <ac:chgData name="MONS - GOUILLAUD Margault" userId="517503a0-fecf-410f-ae73-2bb224035a68" providerId="ADAL" clId="{29DB12D8-84F2-4CCB-A6D1-95C8CA5FFDCF}" dt="2025-11-03T13:09:01.369" v="441" actId="207"/>
          <ac:grpSpMkLst>
            <pc:docMk/>
            <pc:sldMk cId="3890140898" sldId="259"/>
            <ac:grpSpMk id="53" creationId="{3A35C6A5-30F3-E944-AF41-5F17584AD417}"/>
          </ac:grpSpMkLst>
        </pc:grpChg>
        <pc:grpChg chg="mod">
          <ac:chgData name="MONS - GOUILLAUD Margault" userId="517503a0-fecf-410f-ae73-2bb224035a68" providerId="ADAL" clId="{29DB12D8-84F2-4CCB-A6D1-95C8CA5FFDCF}" dt="2025-11-03T13:09:05.241" v="442" actId="207"/>
          <ac:grpSpMkLst>
            <pc:docMk/>
            <pc:sldMk cId="3890140898" sldId="259"/>
            <ac:grpSpMk id="54" creationId="{119F3B78-74B6-8C0D-6EA3-8DA2DD76DDCA}"/>
          </ac:grpSpMkLst>
        </pc:grpChg>
        <pc:grpChg chg="mod">
          <ac:chgData name="MONS - GOUILLAUD Margault" userId="517503a0-fecf-410f-ae73-2bb224035a68" providerId="ADAL" clId="{29DB12D8-84F2-4CCB-A6D1-95C8CA5FFDCF}" dt="2025-11-03T13:14:47.634" v="483" actId="1076"/>
          <ac:grpSpMkLst>
            <pc:docMk/>
            <pc:sldMk cId="3890140898" sldId="259"/>
            <ac:grpSpMk id="60" creationId="{194B1322-68F1-3316-0A44-B8AA3ADFE1AC}"/>
          </ac:grpSpMkLst>
        </pc:grpChg>
        <pc:grpChg chg="mod">
          <ac:chgData name="MONS - GOUILLAUD Margault" userId="517503a0-fecf-410f-ae73-2bb224035a68" providerId="ADAL" clId="{29DB12D8-84F2-4CCB-A6D1-95C8CA5FFDCF}" dt="2025-11-03T13:15:10.245" v="485" actId="1076"/>
          <ac:grpSpMkLst>
            <pc:docMk/>
            <pc:sldMk cId="3890140898" sldId="259"/>
            <ac:grpSpMk id="61" creationId="{0A3285C2-20FD-BC20-187A-C732689D6410}"/>
          </ac:grpSpMkLst>
        </pc:grpChg>
        <pc:grpChg chg="mod">
          <ac:chgData name="MONS - GOUILLAUD Margault" userId="517503a0-fecf-410f-ae73-2bb224035a68" providerId="ADAL" clId="{29DB12D8-84F2-4CCB-A6D1-95C8CA5FFDCF}" dt="2025-11-03T13:09:05.241" v="442" actId="207"/>
          <ac:grpSpMkLst>
            <pc:docMk/>
            <pc:sldMk cId="3890140898" sldId="259"/>
            <ac:grpSpMk id="62" creationId="{4DCAF020-E534-A66F-4712-41BA81D450DF}"/>
          </ac:grpSpMkLst>
        </pc:grpChg>
        <pc:cxnChg chg="mod">
          <ac:chgData name="MONS - GOUILLAUD Margault" userId="517503a0-fecf-410f-ae73-2bb224035a68" providerId="ADAL" clId="{29DB12D8-84F2-4CCB-A6D1-95C8CA5FFDCF}" dt="2025-11-03T13:06:24.445" v="428" actId="207"/>
          <ac:cxnSpMkLst>
            <pc:docMk/>
            <pc:sldMk cId="3890140898" sldId="259"/>
            <ac:cxnSpMk id="18" creationId="{BD36F9AA-D8A7-617E-999E-D10A303C9956}"/>
          </ac:cxnSpMkLst>
        </pc:cxnChg>
        <pc:cxnChg chg="mod">
          <ac:chgData name="MONS - GOUILLAUD Margault" userId="517503a0-fecf-410f-ae73-2bb224035a68" providerId="ADAL" clId="{29DB12D8-84F2-4CCB-A6D1-95C8CA5FFDCF}" dt="2025-11-03T13:09:01.369" v="441" actId="207"/>
          <ac:cxnSpMkLst>
            <pc:docMk/>
            <pc:sldMk cId="3890140898" sldId="259"/>
            <ac:cxnSpMk id="56" creationId="{008A657B-B699-74F4-69EB-CD17A30DB3D1}"/>
          </ac:cxnSpMkLst>
        </pc:cxnChg>
        <pc:cxnChg chg="mod">
          <ac:chgData name="MONS - GOUILLAUD Margault" userId="517503a0-fecf-410f-ae73-2bb224035a68" providerId="ADAL" clId="{29DB12D8-84F2-4CCB-A6D1-95C8CA5FFDCF}" dt="2025-11-03T13:13:00.829" v="472" actId="1076"/>
          <ac:cxnSpMkLst>
            <pc:docMk/>
            <pc:sldMk cId="3890140898" sldId="259"/>
            <ac:cxnSpMk id="58" creationId="{97726517-AEE4-4C91-72D9-C7F8ECC09CD4}"/>
          </ac:cxnSpMkLst>
        </pc:cxnChg>
      </pc:sldChg>
      <pc:sldChg chg="modSp mod">
        <pc:chgData name="MONS - GOUILLAUD Margault" userId="517503a0-fecf-410f-ae73-2bb224035a68" providerId="ADAL" clId="{29DB12D8-84F2-4CCB-A6D1-95C8CA5FFDCF}" dt="2025-11-03T13:23:09.205" v="547" actId="113"/>
        <pc:sldMkLst>
          <pc:docMk/>
          <pc:sldMk cId="56929600" sldId="260"/>
        </pc:sldMkLst>
        <pc:spChg chg="mod">
          <ac:chgData name="MONS - GOUILLAUD Margault" userId="517503a0-fecf-410f-ae73-2bb224035a68" providerId="ADAL" clId="{29DB12D8-84F2-4CCB-A6D1-95C8CA5FFDCF}" dt="2025-11-03T13:16:06.356" v="493" actId="207"/>
          <ac:spMkLst>
            <pc:docMk/>
            <pc:sldMk cId="56929600" sldId="260"/>
            <ac:spMk id="2" creationId="{069A7619-335B-233A-995B-077CDE2C4D3B}"/>
          </ac:spMkLst>
        </pc:spChg>
        <pc:spChg chg="mod">
          <ac:chgData name="MONS - GOUILLAUD Margault" userId="517503a0-fecf-410f-ae73-2bb224035a68" providerId="ADAL" clId="{29DB12D8-84F2-4CCB-A6D1-95C8CA5FFDCF}" dt="2025-11-03T13:09:28.237" v="447" actId="207"/>
          <ac:spMkLst>
            <pc:docMk/>
            <pc:sldMk cId="56929600" sldId="260"/>
            <ac:spMk id="4" creationId="{3F183895-2189-5EC4-EC4C-D742030FE0A0}"/>
          </ac:spMkLst>
        </pc:spChg>
        <pc:spChg chg="mod">
          <ac:chgData name="MONS - GOUILLAUD Margault" userId="517503a0-fecf-410f-ae73-2bb224035a68" providerId="ADAL" clId="{29DB12D8-84F2-4CCB-A6D1-95C8CA5FFDCF}" dt="2025-11-03T13:09:32.981" v="448" actId="207"/>
          <ac:spMkLst>
            <pc:docMk/>
            <pc:sldMk cId="56929600" sldId="260"/>
            <ac:spMk id="5" creationId="{39B8CE14-C42D-2187-F995-460E52F2D206}"/>
          </ac:spMkLst>
        </pc:spChg>
        <pc:spChg chg="mod">
          <ac:chgData name="MONS - GOUILLAUD Margault" userId="517503a0-fecf-410f-ae73-2bb224035a68" providerId="ADAL" clId="{29DB12D8-84F2-4CCB-A6D1-95C8CA5FFDCF}" dt="2025-11-03T13:09:37.889" v="449" actId="207"/>
          <ac:spMkLst>
            <pc:docMk/>
            <pc:sldMk cId="56929600" sldId="260"/>
            <ac:spMk id="6" creationId="{AACC3306-61D3-8638-74AD-DBDE1FCA8E95}"/>
          </ac:spMkLst>
        </pc:spChg>
        <pc:spChg chg="mod">
          <ac:chgData name="MONS - GOUILLAUD Margault" userId="517503a0-fecf-410f-ae73-2bb224035a68" providerId="ADAL" clId="{29DB12D8-84F2-4CCB-A6D1-95C8CA5FFDCF}" dt="2025-11-03T13:23:02.860" v="545" actId="113"/>
          <ac:spMkLst>
            <pc:docMk/>
            <pc:sldMk cId="56929600" sldId="260"/>
            <ac:spMk id="8" creationId="{9069731B-1B79-90F3-DCC2-0335DFD513C5}"/>
          </ac:spMkLst>
        </pc:spChg>
        <pc:spChg chg="mod">
          <ac:chgData name="MONS - GOUILLAUD Margault" userId="517503a0-fecf-410f-ae73-2bb224035a68" providerId="ADAL" clId="{29DB12D8-84F2-4CCB-A6D1-95C8CA5FFDCF}" dt="2025-11-03T13:16:35.293" v="499" actId="207"/>
          <ac:spMkLst>
            <pc:docMk/>
            <pc:sldMk cId="56929600" sldId="260"/>
            <ac:spMk id="12" creationId="{B1F9CBA9-C52A-F07B-34F9-6D11E8B15E44}"/>
          </ac:spMkLst>
        </pc:spChg>
        <pc:spChg chg="mod">
          <ac:chgData name="MONS - GOUILLAUD Margault" userId="517503a0-fecf-410f-ae73-2bb224035a68" providerId="ADAL" clId="{29DB12D8-84F2-4CCB-A6D1-95C8CA5FFDCF}" dt="2025-11-03T13:23:05.365" v="546" actId="113"/>
          <ac:spMkLst>
            <pc:docMk/>
            <pc:sldMk cId="56929600" sldId="260"/>
            <ac:spMk id="14" creationId="{5AE6F6EE-9A07-019B-DF0F-121E98E88E32}"/>
          </ac:spMkLst>
        </pc:spChg>
        <pc:spChg chg="mod">
          <ac:chgData name="MONS - GOUILLAUD Margault" userId="517503a0-fecf-410f-ae73-2bb224035a68" providerId="ADAL" clId="{29DB12D8-84F2-4CCB-A6D1-95C8CA5FFDCF}" dt="2025-11-03T13:16:40.870" v="500" actId="207"/>
          <ac:spMkLst>
            <pc:docMk/>
            <pc:sldMk cId="56929600" sldId="260"/>
            <ac:spMk id="15" creationId="{C40D9A2A-C398-70B5-6C60-88704E0D5566}"/>
          </ac:spMkLst>
        </pc:spChg>
        <pc:spChg chg="mod">
          <ac:chgData name="MONS - GOUILLAUD Margault" userId="517503a0-fecf-410f-ae73-2bb224035a68" providerId="ADAL" clId="{29DB12D8-84F2-4CCB-A6D1-95C8CA5FFDCF}" dt="2025-11-03T13:23:09.205" v="547" actId="113"/>
          <ac:spMkLst>
            <pc:docMk/>
            <pc:sldMk cId="56929600" sldId="260"/>
            <ac:spMk id="16" creationId="{80F8E362-F71C-528E-7939-E6C41B8DEA03}"/>
          </ac:spMkLst>
        </pc:spChg>
        <pc:spChg chg="mod">
          <ac:chgData name="MONS - GOUILLAUD Margault" userId="517503a0-fecf-410f-ae73-2bb224035a68" providerId="ADAL" clId="{29DB12D8-84F2-4CCB-A6D1-95C8CA5FFDCF}" dt="2025-11-03T13:16:47.532" v="501" actId="207"/>
          <ac:spMkLst>
            <pc:docMk/>
            <pc:sldMk cId="56929600" sldId="260"/>
            <ac:spMk id="17" creationId="{5841BF4E-BF40-9349-BC1B-37C73196EE02}"/>
          </ac:spMkLst>
        </pc:spChg>
        <pc:grpChg chg="mod">
          <ac:chgData name="MONS - GOUILLAUD Margault" userId="517503a0-fecf-410f-ae73-2bb224035a68" providerId="ADAL" clId="{29DB12D8-84F2-4CCB-A6D1-95C8CA5FFDCF}" dt="2025-11-03T13:09:22.198" v="446" actId="207"/>
          <ac:grpSpMkLst>
            <pc:docMk/>
            <pc:sldMk cId="56929600" sldId="260"/>
            <ac:grpSpMk id="79" creationId="{F7632BB6-10BA-C3B6-9FBF-698D38D535D6}"/>
          </ac:grpSpMkLst>
        </pc:grpChg>
        <pc:grpChg chg="mod">
          <ac:chgData name="MONS - GOUILLAUD Margault" userId="517503a0-fecf-410f-ae73-2bb224035a68" providerId="ADAL" clId="{29DB12D8-84F2-4CCB-A6D1-95C8CA5FFDCF}" dt="2025-11-03T13:09:32.981" v="448" actId="207"/>
          <ac:grpSpMkLst>
            <pc:docMk/>
            <pc:sldMk cId="56929600" sldId="260"/>
            <ac:grpSpMk id="80" creationId="{E2E2D599-E5A0-C809-42C8-3CDF1B54B2EE}"/>
          </ac:grpSpMkLst>
        </pc:grpChg>
        <pc:grpChg chg="mod">
          <ac:chgData name="MONS - GOUILLAUD Margault" userId="517503a0-fecf-410f-ae73-2bb224035a68" providerId="ADAL" clId="{29DB12D8-84F2-4CCB-A6D1-95C8CA5FFDCF}" dt="2025-11-03T13:09:37.889" v="449" actId="207"/>
          <ac:grpSpMkLst>
            <pc:docMk/>
            <pc:sldMk cId="56929600" sldId="260"/>
            <ac:grpSpMk id="81" creationId="{3E15D1A6-6C6E-0AC7-C9CB-D9471BEB2885}"/>
          </ac:grpSpMkLst>
        </pc:grpChg>
        <pc:picChg chg="mod">
          <ac:chgData name="MONS - GOUILLAUD Margault" userId="517503a0-fecf-410f-ae73-2bb224035a68" providerId="ADAL" clId="{29DB12D8-84F2-4CCB-A6D1-95C8CA5FFDCF}" dt="2025-11-03T13:09:22.198" v="446" actId="207"/>
          <ac:picMkLst>
            <pc:docMk/>
            <pc:sldMk cId="56929600" sldId="260"/>
            <ac:picMk id="10" creationId="{F3EED8F0-F6D5-DF13-9651-3209FA197839}"/>
          </ac:picMkLst>
        </pc:picChg>
        <pc:picChg chg="mod">
          <ac:chgData name="MONS - GOUILLAUD Margault" userId="517503a0-fecf-410f-ae73-2bb224035a68" providerId="ADAL" clId="{29DB12D8-84F2-4CCB-A6D1-95C8CA5FFDCF}" dt="2025-11-03T13:09:22.198" v="446" actId="207"/>
          <ac:picMkLst>
            <pc:docMk/>
            <pc:sldMk cId="56929600" sldId="260"/>
            <ac:picMk id="13" creationId="{8B5598E0-7281-106D-6921-E4B665149653}"/>
          </ac:picMkLst>
        </pc:picChg>
        <pc:picChg chg="mod">
          <ac:chgData name="MONS - GOUILLAUD Margault" userId="517503a0-fecf-410f-ae73-2bb224035a68" providerId="ADAL" clId="{29DB12D8-84F2-4CCB-A6D1-95C8CA5FFDCF}" dt="2025-11-03T13:09:32.981" v="448" actId="207"/>
          <ac:picMkLst>
            <pc:docMk/>
            <pc:sldMk cId="56929600" sldId="260"/>
            <ac:picMk id="20" creationId="{14707535-002B-FAF4-5423-99234DF921AC}"/>
          </ac:picMkLst>
        </pc:picChg>
        <pc:picChg chg="mod">
          <ac:chgData name="MONS - GOUILLAUD Margault" userId="517503a0-fecf-410f-ae73-2bb224035a68" providerId="ADAL" clId="{29DB12D8-84F2-4CCB-A6D1-95C8CA5FFDCF}" dt="2025-11-03T13:09:32.981" v="448" actId="207"/>
          <ac:picMkLst>
            <pc:docMk/>
            <pc:sldMk cId="56929600" sldId="260"/>
            <ac:picMk id="22" creationId="{BD6DC2EC-42DF-32FD-E867-7F95576DA888}"/>
          </ac:picMkLst>
        </pc:picChg>
        <pc:picChg chg="mod">
          <ac:chgData name="MONS - GOUILLAUD Margault" userId="517503a0-fecf-410f-ae73-2bb224035a68" providerId="ADAL" clId="{29DB12D8-84F2-4CCB-A6D1-95C8CA5FFDCF}" dt="2025-11-03T13:09:32.981" v="448" actId="207"/>
          <ac:picMkLst>
            <pc:docMk/>
            <pc:sldMk cId="56929600" sldId="260"/>
            <ac:picMk id="26" creationId="{49993D6B-6A62-3717-E240-7B5054C86F63}"/>
          </ac:picMkLst>
        </pc:picChg>
        <pc:picChg chg="mod">
          <ac:chgData name="MONS - GOUILLAUD Margault" userId="517503a0-fecf-410f-ae73-2bb224035a68" providerId="ADAL" clId="{29DB12D8-84F2-4CCB-A6D1-95C8CA5FFDCF}" dt="2025-11-03T13:09:37.889" v="449" actId="207"/>
          <ac:picMkLst>
            <pc:docMk/>
            <pc:sldMk cId="56929600" sldId="260"/>
            <ac:picMk id="29" creationId="{D8AB9024-D3FE-C351-DAD9-58A213663500}"/>
          </ac:picMkLst>
        </pc:picChg>
        <pc:picChg chg="mod">
          <ac:chgData name="MONS - GOUILLAUD Margault" userId="517503a0-fecf-410f-ae73-2bb224035a68" providerId="ADAL" clId="{29DB12D8-84F2-4CCB-A6D1-95C8CA5FFDCF}" dt="2025-11-03T13:09:37.889" v="449" actId="207"/>
          <ac:picMkLst>
            <pc:docMk/>
            <pc:sldMk cId="56929600" sldId="260"/>
            <ac:picMk id="31" creationId="{78881C90-668F-81B4-F18E-8D098043C674}"/>
          </ac:picMkLst>
        </pc:picChg>
        <pc:picChg chg="mod">
          <ac:chgData name="MONS - GOUILLAUD Margault" userId="517503a0-fecf-410f-ae73-2bb224035a68" providerId="ADAL" clId="{29DB12D8-84F2-4CCB-A6D1-95C8CA5FFDCF}" dt="2025-11-03T13:09:37.889" v="449" actId="207"/>
          <ac:picMkLst>
            <pc:docMk/>
            <pc:sldMk cId="56929600" sldId="260"/>
            <ac:picMk id="35" creationId="{9136E7B8-E398-033D-3295-19BF47214126}"/>
          </ac:picMkLst>
        </pc:picChg>
        <pc:cxnChg chg="mod">
          <ac:chgData name="MONS - GOUILLAUD Margault" userId="517503a0-fecf-410f-ae73-2bb224035a68" providerId="ADAL" clId="{29DB12D8-84F2-4CCB-A6D1-95C8CA5FFDCF}" dt="2025-11-03T13:09:22.198" v="446" actId="207"/>
          <ac:cxnSpMkLst>
            <pc:docMk/>
            <pc:sldMk cId="56929600" sldId="260"/>
            <ac:cxnSpMk id="18" creationId="{51A27510-3884-1E5A-47FF-285C8B44AACC}"/>
          </ac:cxnSpMkLst>
        </pc:cxnChg>
        <pc:cxnChg chg="mod">
          <ac:chgData name="MONS - GOUILLAUD Margault" userId="517503a0-fecf-410f-ae73-2bb224035a68" providerId="ADAL" clId="{29DB12D8-84F2-4CCB-A6D1-95C8CA5FFDCF}" dt="2025-11-03T13:09:22.198" v="446" actId="207"/>
          <ac:cxnSpMkLst>
            <pc:docMk/>
            <pc:sldMk cId="56929600" sldId="260"/>
            <ac:cxnSpMk id="27" creationId="{40CEF639-9B59-4614-3C2A-12A42D547A7E}"/>
          </ac:cxnSpMkLst>
        </pc:cxnChg>
        <pc:cxnChg chg="mod">
          <ac:chgData name="MONS - GOUILLAUD Margault" userId="517503a0-fecf-410f-ae73-2bb224035a68" providerId="ADAL" clId="{29DB12D8-84F2-4CCB-A6D1-95C8CA5FFDCF}" dt="2025-11-03T13:09:32.981" v="448" actId="207"/>
          <ac:cxnSpMkLst>
            <pc:docMk/>
            <pc:sldMk cId="56929600" sldId="260"/>
            <ac:cxnSpMk id="71" creationId="{F8D58EBD-B4E0-E96A-C149-FDE3A7213E05}"/>
          </ac:cxnSpMkLst>
        </pc:cxnChg>
        <pc:cxnChg chg="mod">
          <ac:chgData name="MONS - GOUILLAUD Margault" userId="517503a0-fecf-410f-ae73-2bb224035a68" providerId="ADAL" clId="{29DB12D8-84F2-4CCB-A6D1-95C8CA5FFDCF}" dt="2025-11-03T13:09:37.889" v="449" actId="207"/>
          <ac:cxnSpMkLst>
            <pc:docMk/>
            <pc:sldMk cId="56929600" sldId="260"/>
            <ac:cxnSpMk id="72" creationId="{7728A990-DD5C-4FF9-606F-36906D08588B}"/>
          </ac:cxnSpMkLst>
        </pc:cxnChg>
        <pc:cxnChg chg="mod">
          <ac:chgData name="MONS - GOUILLAUD Margault" userId="517503a0-fecf-410f-ae73-2bb224035a68" providerId="ADAL" clId="{29DB12D8-84F2-4CCB-A6D1-95C8CA5FFDCF}" dt="2025-11-03T13:09:32.981" v="448" actId="207"/>
          <ac:cxnSpMkLst>
            <pc:docMk/>
            <pc:sldMk cId="56929600" sldId="260"/>
            <ac:cxnSpMk id="77" creationId="{BC527E8A-9E9B-65EC-88FF-E88A9289640D}"/>
          </ac:cxnSpMkLst>
        </pc:cxnChg>
        <pc:cxnChg chg="mod">
          <ac:chgData name="MONS - GOUILLAUD Margault" userId="517503a0-fecf-410f-ae73-2bb224035a68" providerId="ADAL" clId="{29DB12D8-84F2-4CCB-A6D1-95C8CA5FFDCF}" dt="2025-11-03T13:09:37.889" v="449" actId="207"/>
          <ac:cxnSpMkLst>
            <pc:docMk/>
            <pc:sldMk cId="56929600" sldId="260"/>
            <ac:cxnSpMk id="78" creationId="{8FC00742-8D37-0BEF-419E-CFAF422F6FF5}"/>
          </ac:cxnSpMkLst>
        </pc:cxnChg>
      </pc:sldChg>
      <pc:sldChg chg="modSp mod">
        <pc:chgData name="MONS - GOUILLAUD Margault" userId="517503a0-fecf-410f-ae73-2bb224035a68" providerId="ADAL" clId="{29DB12D8-84F2-4CCB-A6D1-95C8CA5FFDCF}" dt="2025-11-03T13:22:38.620" v="542" actId="207"/>
        <pc:sldMkLst>
          <pc:docMk/>
          <pc:sldMk cId="2200329592" sldId="265"/>
        </pc:sldMkLst>
        <pc:spChg chg="mod">
          <ac:chgData name="MONS - GOUILLAUD Margault" userId="517503a0-fecf-410f-ae73-2bb224035a68" providerId="ADAL" clId="{29DB12D8-84F2-4CCB-A6D1-95C8CA5FFDCF}" dt="2025-11-03T10:02:58.109" v="32" actId="1076"/>
          <ac:spMkLst>
            <pc:docMk/>
            <pc:sldMk cId="2200329592" sldId="265"/>
            <ac:spMk id="8" creationId="{406E3112-DA61-C437-0E98-425C2C9A884D}"/>
          </ac:spMkLst>
        </pc:spChg>
        <pc:spChg chg="mod">
          <ac:chgData name="MONS - GOUILLAUD Margault" userId="517503a0-fecf-410f-ae73-2bb224035a68" providerId="ADAL" clId="{29DB12D8-84F2-4CCB-A6D1-95C8CA5FFDCF}" dt="2025-11-03T13:22:38.620" v="542" actId="207"/>
          <ac:spMkLst>
            <pc:docMk/>
            <pc:sldMk cId="2200329592" sldId="265"/>
            <ac:spMk id="11" creationId="{A3DD5BD4-6DE1-5531-AED8-F681213495D5}"/>
          </ac:spMkLst>
        </pc:spChg>
      </pc:sldChg>
      <pc:sldChg chg="modSp mod">
        <pc:chgData name="MONS - GOUILLAUD Margault" userId="517503a0-fecf-410f-ae73-2bb224035a68" providerId="ADAL" clId="{29DB12D8-84F2-4CCB-A6D1-95C8CA5FFDCF}" dt="2025-11-03T13:19:35.439" v="516" actId="14861"/>
        <pc:sldMkLst>
          <pc:docMk/>
          <pc:sldMk cId="3848023660" sldId="267"/>
        </pc:sldMkLst>
        <pc:spChg chg="mod">
          <ac:chgData name="MONS - GOUILLAUD Margault" userId="517503a0-fecf-410f-ae73-2bb224035a68" providerId="ADAL" clId="{29DB12D8-84F2-4CCB-A6D1-95C8CA5FFDCF}" dt="2025-11-03T13:18:02.294" v="506" actId="207"/>
          <ac:spMkLst>
            <pc:docMk/>
            <pc:sldMk cId="3848023660" sldId="267"/>
            <ac:spMk id="2" creationId="{F43C1C62-9FEE-21F9-087E-DE6D7D109335}"/>
          </ac:spMkLst>
        </pc:spChg>
        <pc:spChg chg="mod">
          <ac:chgData name="MONS - GOUILLAUD Margault" userId="517503a0-fecf-410f-ae73-2bb224035a68" providerId="ADAL" clId="{29DB12D8-84F2-4CCB-A6D1-95C8CA5FFDCF}" dt="2025-11-03T13:17:27.001" v="502" actId="207"/>
          <ac:spMkLst>
            <pc:docMk/>
            <pc:sldMk cId="3848023660" sldId="267"/>
            <ac:spMk id="4" creationId="{B8B2475E-69FB-FCD8-8444-79604D5822D4}"/>
          </ac:spMkLst>
        </pc:spChg>
        <pc:spChg chg="mod">
          <ac:chgData name="MONS - GOUILLAUD Margault" userId="517503a0-fecf-410f-ae73-2bb224035a68" providerId="ADAL" clId="{29DB12D8-84F2-4CCB-A6D1-95C8CA5FFDCF}" dt="2025-11-03T13:18:37.790" v="510" actId="113"/>
          <ac:spMkLst>
            <pc:docMk/>
            <pc:sldMk cId="3848023660" sldId="267"/>
            <ac:spMk id="7" creationId="{DD5B60A3-174D-B0F8-C5F9-4A1B604F4B8E}"/>
          </ac:spMkLst>
        </pc:spChg>
        <pc:spChg chg="mod">
          <ac:chgData name="MONS - GOUILLAUD Margault" userId="517503a0-fecf-410f-ae73-2bb224035a68" providerId="ADAL" clId="{29DB12D8-84F2-4CCB-A6D1-95C8CA5FFDCF}" dt="2025-11-03T13:17:56.401" v="505" actId="1076"/>
          <ac:spMkLst>
            <pc:docMk/>
            <pc:sldMk cId="3848023660" sldId="267"/>
            <ac:spMk id="60" creationId="{52B831DB-140D-892B-6808-B6A2331EACB7}"/>
          </ac:spMkLst>
        </pc:spChg>
        <pc:picChg chg="mod">
          <ac:chgData name="MONS - GOUILLAUD Margault" userId="517503a0-fecf-410f-ae73-2bb224035a68" providerId="ADAL" clId="{29DB12D8-84F2-4CCB-A6D1-95C8CA5FFDCF}" dt="2025-11-03T13:19:35.439" v="516" actId="14861"/>
          <ac:picMkLst>
            <pc:docMk/>
            <pc:sldMk cId="3848023660" sldId="267"/>
            <ac:picMk id="11" creationId="{AFF74F76-B5C1-57BB-D81A-02FB2F590014}"/>
          </ac:picMkLst>
        </pc:picChg>
      </pc:sldChg>
      <pc:sldChg chg="addSp delSp modSp add mod modAnim">
        <pc:chgData name="MONS - GOUILLAUD Margault" userId="517503a0-fecf-410f-ae73-2bb224035a68" providerId="ADAL" clId="{29DB12D8-84F2-4CCB-A6D1-95C8CA5FFDCF}" dt="2025-11-03T12:46:27.723" v="391"/>
        <pc:sldMkLst>
          <pc:docMk/>
          <pc:sldMk cId="3014562135" sldId="268"/>
        </pc:sldMkLst>
        <pc:spChg chg="del mod">
          <ac:chgData name="MONS - GOUILLAUD Margault" userId="517503a0-fecf-410f-ae73-2bb224035a68" providerId="ADAL" clId="{29DB12D8-84F2-4CCB-A6D1-95C8CA5FFDCF}" dt="2025-11-03T10:28:06.756" v="81" actId="478"/>
          <ac:spMkLst>
            <pc:docMk/>
            <pc:sldMk cId="3014562135" sldId="268"/>
            <ac:spMk id="2" creationId="{CE7897A8-C3FB-A74A-983E-89514D23961A}"/>
          </ac:spMkLst>
        </pc:spChg>
        <pc:spChg chg="del mod">
          <ac:chgData name="MONS - GOUILLAUD Margault" userId="517503a0-fecf-410f-ae73-2bb224035a68" providerId="ADAL" clId="{29DB12D8-84F2-4CCB-A6D1-95C8CA5FFDCF}" dt="2025-11-03T10:30:41.012" v="111" actId="478"/>
          <ac:spMkLst>
            <pc:docMk/>
            <pc:sldMk cId="3014562135" sldId="268"/>
            <ac:spMk id="3" creationId="{26E9D1DF-83E8-379E-24C1-E36C04D81EE7}"/>
          </ac:spMkLst>
        </pc:spChg>
        <pc:spChg chg="add del mod">
          <ac:chgData name="MONS - GOUILLAUD Margault" userId="517503a0-fecf-410f-ae73-2bb224035a68" providerId="ADAL" clId="{29DB12D8-84F2-4CCB-A6D1-95C8CA5FFDCF}" dt="2025-11-03T10:51:03.436" v="173" actId="164"/>
          <ac:spMkLst>
            <pc:docMk/>
            <pc:sldMk cId="3014562135" sldId="268"/>
            <ac:spMk id="4" creationId="{3B6600E4-0F54-851F-7313-DF9CC24651F0}"/>
          </ac:spMkLst>
        </pc:spChg>
        <pc:spChg chg="del">
          <ac:chgData name="MONS - GOUILLAUD Margault" userId="517503a0-fecf-410f-ae73-2bb224035a68" providerId="ADAL" clId="{29DB12D8-84F2-4CCB-A6D1-95C8CA5FFDCF}" dt="2025-11-03T10:28:01.959" v="79" actId="478"/>
          <ac:spMkLst>
            <pc:docMk/>
            <pc:sldMk cId="3014562135" sldId="268"/>
            <ac:spMk id="5" creationId="{E6F8CD33-4D80-308F-B126-97AD1122E446}"/>
          </ac:spMkLst>
        </pc:spChg>
        <pc:spChg chg="add mod">
          <ac:chgData name="MONS - GOUILLAUD Margault" userId="517503a0-fecf-410f-ae73-2bb224035a68" providerId="ADAL" clId="{29DB12D8-84F2-4CCB-A6D1-95C8CA5FFDCF}" dt="2025-11-03T10:30:37.523" v="110" actId="207"/>
          <ac:spMkLst>
            <pc:docMk/>
            <pc:sldMk cId="3014562135" sldId="268"/>
            <ac:spMk id="7" creationId="{383ED346-8C1D-8047-BA31-4C73F497AC6F}"/>
          </ac:spMkLst>
        </pc:spChg>
        <pc:spChg chg="del">
          <ac:chgData name="MONS - GOUILLAUD Margault" userId="517503a0-fecf-410f-ae73-2bb224035a68" providerId="ADAL" clId="{29DB12D8-84F2-4CCB-A6D1-95C8CA5FFDCF}" dt="2025-11-03T10:29:05.445" v="89" actId="478"/>
          <ac:spMkLst>
            <pc:docMk/>
            <pc:sldMk cId="3014562135" sldId="268"/>
            <ac:spMk id="8" creationId="{DE338651-4B6F-5656-1250-1B174ECEBE09}"/>
          </ac:spMkLst>
        </pc:spChg>
        <pc:spChg chg="add mod">
          <ac:chgData name="MONS - GOUILLAUD Margault" userId="517503a0-fecf-410f-ae73-2bb224035a68" providerId="ADAL" clId="{29DB12D8-84F2-4CCB-A6D1-95C8CA5FFDCF}" dt="2025-11-03T12:43:07.449" v="383" actId="164"/>
          <ac:spMkLst>
            <pc:docMk/>
            <pc:sldMk cId="3014562135" sldId="268"/>
            <ac:spMk id="10" creationId="{DFCDA1DC-A2BD-125F-836D-F717A3C89548}"/>
          </ac:spMkLst>
        </pc:spChg>
        <pc:spChg chg="add mod">
          <ac:chgData name="MONS - GOUILLAUD Margault" userId="517503a0-fecf-410f-ae73-2bb224035a68" providerId="ADAL" clId="{29DB12D8-84F2-4CCB-A6D1-95C8CA5FFDCF}" dt="2025-11-03T12:28:25.746" v="242" actId="113"/>
          <ac:spMkLst>
            <pc:docMk/>
            <pc:sldMk cId="3014562135" sldId="268"/>
            <ac:spMk id="15" creationId="{D8368920-9A19-4AE0-9118-5A913D497FA7}"/>
          </ac:spMkLst>
        </pc:spChg>
        <pc:spChg chg="add del mod">
          <ac:chgData name="MONS - GOUILLAUD Margault" userId="517503a0-fecf-410f-ae73-2bb224035a68" providerId="ADAL" clId="{29DB12D8-84F2-4CCB-A6D1-95C8CA5FFDCF}" dt="2025-11-03T12:35:15.375" v="274"/>
          <ac:spMkLst>
            <pc:docMk/>
            <pc:sldMk cId="3014562135" sldId="268"/>
            <ac:spMk id="16" creationId="{50266077-74BC-DD60-ED27-7262E8FB08DA}"/>
          </ac:spMkLst>
        </pc:spChg>
        <pc:spChg chg="add del mod">
          <ac:chgData name="MONS - GOUILLAUD Margault" userId="517503a0-fecf-410f-ae73-2bb224035a68" providerId="ADAL" clId="{29DB12D8-84F2-4CCB-A6D1-95C8CA5FFDCF}" dt="2025-11-03T12:35:15.389" v="276"/>
          <ac:spMkLst>
            <pc:docMk/>
            <pc:sldMk cId="3014562135" sldId="268"/>
            <ac:spMk id="17" creationId="{C000CDC8-3376-EA40-E729-793E6902869B}"/>
          </ac:spMkLst>
        </pc:spChg>
        <pc:spChg chg="add del mod">
          <ac:chgData name="MONS - GOUILLAUD Margault" userId="517503a0-fecf-410f-ae73-2bb224035a68" providerId="ADAL" clId="{29DB12D8-84F2-4CCB-A6D1-95C8CA5FFDCF}" dt="2025-11-03T10:53:15.588" v="200" actId="478"/>
          <ac:spMkLst>
            <pc:docMk/>
            <pc:sldMk cId="3014562135" sldId="268"/>
            <ac:spMk id="18" creationId="{1998A007-CCFC-727F-9699-2FABB4CFE47D}"/>
          </ac:spMkLst>
        </pc:spChg>
        <pc:spChg chg="add mod">
          <ac:chgData name="MONS - GOUILLAUD Margault" userId="517503a0-fecf-410f-ae73-2bb224035a68" providerId="ADAL" clId="{29DB12D8-84F2-4CCB-A6D1-95C8CA5FFDCF}" dt="2025-11-03T12:44:21.437" v="386" actId="164"/>
          <ac:spMkLst>
            <pc:docMk/>
            <pc:sldMk cId="3014562135" sldId="268"/>
            <ac:spMk id="18" creationId="{A6C12A1C-A951-8767-AB59-6FC4B2C33B6F}"/>
          </ac:spMkLst>
        </pc:spChg>
        <pc:spChg chg="add del mod ord">
          <ac:chgData name="MONS - GOUILLAUD Margault" userId="517503a0-fecf-410f-ae73-2bb224035a68" providerId="ADAL" clId="{29DB12D8-84F2-4CCB-A6D1-95C8CA5FFDCF}" dt="2025-11-03T10:53:18.029" v="203" actId="478"/>
          <ac:spMkLst>
            <pc:docMk/>
            <pc:sldMk cId="3014562135" sldId="268"/>
            <ac:spMk id="19" creationId="{690F7DB4-5255-4378-DE5B-48C9A6C872C4}"/>
          </ac:spMkLst>
        </pc:spChg>
        <pc:spChg chg="add del mod ord">
          <ac:chgData name="MONS - GOUILLAUD Margault" userId="517503a0-fecf-410f-ae73-2bb224035a68" providerId="ADAL" clId="{29DB12D8-84F2-4CCB-A6D1-95C8CA5FFDCF}" dt="2025-11-03T10:53:17.379" v="202" actId="478"/>
          <ac:spMkLst>
            <pc:docMk/>
            <pc:sldMk cId="3014562135" sldId="268"/>
            <ac:spMk id="20" creationId="{BFF52AF8-D1AE-A225-A9AA-DCDCA4474787}"/>
          </ac:spMkLst>
        </pc:spChg>
        <pc:spChg chg="add mod">
          <ac:chgData name="MONS - GOUILLAUD Margault" userId="517503a0-fecf-410f-ae73-2bb224035a68" providerId="ADAL" clId="{29DB12D8-84F2-4CCB-A6D1-95C8CA5FFDCF}" dt="2025-11-03T12:37:38.404" v="320" actId="20577"/>
          <ac:spMkLst>
            <pc:docMk/>
            <pc:sldMk cId="3014562135" sldId="268"/>
            <ac:spMk id="21" creationId="{55485C64-2578-F1E0-D910-7FA5B94ACEC3}"/>
          </ac:spMkLst>
        </pc:spChg>
        <pc:spChg chg="add del mod">
          <ac:chgData name="MONS - GOUILLAUD Margault" userId="517503a0-fecf-410f-ae73-2bb224035a68" providerId="ADAL" clId="{29DB12D8-84F2-4CCB-A6D1-95C8CA5FFDCF}" dt="2025-11-03T10:53:16.528" v="201" actId="478"/>
          <ac:spMkLst>
            <pc:docMk/>
            <pc:sldMk cId="3014562135" sldId="268"/>
            <ac:spMk id="21" creationId="{8FAF70A9-D545-8CCF-82E2-370E06615B60}"/>
          </ac:spMkLst>
        </pc:spChg>
        <pc:spChg chg="add mod">
          <ac:chgData name="MONS - GOUILLAUD Margault" userId="517503a0-fecf-410f-ae73-2bb224035a68" providerId="ADAL" clId="{29DB12D8-84F2-4CCB-A6D1-95C8CA5FFDCF}" dt="2025-11-03T12:28:49.999" v="243" actId="207"/>
          <ac:spMkLst>
            <pc:docMk/>
            <pc:sldMk cId="3014562135" sldId="268"/>
            <ac:spMk id="22" creationId="{EFD355C0-A1EA-C4A5-9C7D-9ABCDA4C4015}"/>
          </ac:spMkLst>
        </pc:spChg>
        <pc:spChg chg="add mod">
          <ac:chgData name="MONS - GOUILLAUD Margault" userId="517503a0-fecf-410f-ae73-2bb224035a68" providerId="ADAL" clId="{29DB12D8-84F2-4CCB-A6D1-95C8CA5FFDCF}" dt="2025-11-03T12:40:01.516" v="356" actId="1076"/>
          <ac:spMkLst>
            <pc:docMk/>
            <pc:sldMk cId="3014562135" sldId="268"/>
            <ac:spMk id="23" creationId="{CFB88580-FCF6-E85D-0DE8-B205BE3E736C}"/>
          </ac:spMkLst>
        </pc:spChg>
        <pc:spChg chg="add mod">
          <ac:chgData name="MONS - GOUILLAUD Margault" userId="517503a0-fecf-410f-ae73-2bb224035a68" providerId="ADAL" clId="{29DB12D8-84F2-4CCB-A6D1-95C8CA5FFDCF}" dt="2025-11-03T12:29:00.199" v="246" actId="207"/>
          <ac:spMkLst>
            <pc:docMk/>
            <pc:sldMk cId="3014562135" sldId="268"/>
            <ac:spMk id="24" creationId="{33325AC8-A523-1064-3D71-D9F158659ED9}"/>
          </ac:spMkLst>
        </pc:spChg>
        <pc:spChg chg="add mod">
          <ac:chgData name="MONS - GOUILLAUD Margault" userId="517503a0-fecf-410f-ae73-2bb224035a68" providerId="ADAL" clId="{29DB12D8-84F2-4CCB-A6D1-95C8CA5FFDCF}" dt="2025-11-03T12:39:49.894" v="351" actId="1076"/>
          <ac:spMkLst>
            <pc:docMk/>
            <pc:sldMk cId="3014562135" sldId="268"/>
            <ac:spMk id="25" creationId="{1232E31B-1D2B-1418-F40E-256461F4B517}"/>
          </ac:spMkLst>
        </pc:spChg>
        <pc:spChg chg="add mod">
          <ac:chgData name="MONS - GOUILLAUD Margault" userId="517503a0-fecf-410f-ae73-2bb224035a68" providerId="ADAL" clId="{29DB12D8-84F2-4CCB-A6D1-95C8CA5FFDCF}" dt="2025-11-03T12:38:45.159" v="343" actId="20577"/>
          <ac:spMkLst>
            <pc:docMk/>
            <pc:sldMk cId="3014562135" sldId="268"/>
            <ac:spMk id="28" creationId="{D4239AE4-D1F6-0F16-53C4-7AEDD643A1CD}"/>
          </ac:spMkLst>
        </pc:spChg>
        <pc:spChg chg="add mod">
          <ac:chgData name="MONS - GOUILLAUD Margault" userId="517503a0-fecf-410f-ae73-2bb224035a68" providerId="ADAL" clId="{29DB12D8-84F2-4CCB-A6D1-95C8CA5FFDCF}" dt="2025-11-03T12:41:21.715" v="375" actId="255"/>
          <ac:spMkLst>
            <pc:docMk/>
            <pc:sldMk cId="3014562135" sldId="268"/>
            <ac:spMk id="33" creationId="{047B21AB-996F-011D-C26F-E4C9889F4983}"/>
          </ac:spMkLst>
        </pc:spChg>
        <pc:grpChg chg="add mod">
          <ac:chgData name="MONS - GOUILLAUD Margault" userId="517503a0-fecf-410f-ae73-2bb224035a68" providerId="ADAL" clId="{29DB12D8-84F2-4CCB-A6D1-95C8CA5FFDCF}" dt="2025-11-03T10:50:43.253" v="171" actId="164"/>
          <ac:grpSpMkLst>
            <pc:docMk/>
            <pc:sldMk cId="3014562135" sldId="268"/>
            <ac:grpSpMk id="16" creationId="{4215AE34-CB29-2612-3822-A3D6E465942F}"/>
          </ac:grpSpMkLst>
        </pc:grpChg>
        <pc:grpChg chg="add mod">
          <ac:chgData name="MONS - GOUILLAUD Margault" userId="517503a0-fecf-410f-ae73-2bb224035a68" providerId="ADAL" clId="{29DB12D8-84F2-4CCB-A6D1-95C8CA5FFDCF}" dt="2025-11-03T10:51:03.436" v="173" actId="164"/>
          <ac:grpSpMkLst>
            <pc:docMk/>
            <pc:sldMk cId="3014562135" sldId="268"/>
            <ac:grpSpMk id="17" creationId="{EC2CAE97-BF12-6EDC-9497-758684BE6D13}"/>
          </ac:grpSpMkLst>
        </pc:grpChg>
        <pc:grpChg chg="add mod">
          <ac:chgData name="MONS - GOUILLAUD Margault" userId="517503a0-fecf-410f-ae73-2bb224035a68" providerId="ADAL" clId="{29DB12D8-84F2-4CCB-A6D1-95C8CA5FFDCF}" dt="2025-11-03T12:43:07.449" v="383" actId="164"/>
          <ac:grpSpMkLst>
            <pc:docMk/>
            <pc:sldMk cId="3014562135" sldId="268"/>
            <ac:grpSpMk id="34" creationId="{EF48ADAF-1C94-FCD2-F35C-ADBD21D98598}"/>
          </ac:grpSpMkLst>
        </pc:grpChg>
        <pc:grpChg chg="add mod">
          <ac:chgData name="MONS - GOUILLAUD Margault" userId="517503a0-fecf-410f-ae73-2bb224035a68" providerId="ADAL" clId="{29DB12D8-84F2-4CCB-A6D1-95C8CA5FFDCF}" dt="2025-11-03T12:44:21.437" v="386" actId="164"/>
          <ac:grpSpMkLst>
            <pc:docMk/>
            <pc:sldMk cId="3014562135" sldId="268"/>
            <ac:grpSpMk id="35" creationId="{6DE48271-B1CE-8C9D-A2FF-80A1145B4127}"/>
          </ac:grpSpMkLst>
        </pc:grpChg>
        <pc:picChg chg="add del mod">
          <ac:chgData name="MONS - GOUILLAUD Margault" userId="517503a0-fecf-410f-ae73-2bb224035a68" providerId="ADAL" clId="{29DB12D8-84F2-4CCB-A6D1-95C8CA5FFDCF}" dt="2025-11-03T12:31:27.591" v="250" actId="478"/>
          <ac:picMkLst>
            <pc:docMk/>
            <pc:sldMk cId="3014562135" sldId="268"/>
            <ac:picMk id="3" creationId="{B9475F64-99E1-79BF-5A83-28746A7FC54F}"/>
          </ac:picMkLst>
        </pc:picChg>
        <pc:picChg chg="add del mod">
          <ac:chgData name="MONS - GOUILLAUD Margault" userId="517503a0-fecf-410f-ae73-2bb224035a68" providerId="ADAL" clId="{29DB12D8-84F2-4CCB-A6D1-95C8CA5FFDCF}" dt="2025-11-03T12:32:52.452" v="262" actId="21"/>
          <ac:picMkLst>
            <pc:docMk/>
            <pc:sldMk cId="3014562135" sldId="268"/>
            <ac:picMk id="6" creationId="{EBDE6A07-2350-BB86-0A6C-2DBC6153E38A}"/>
          </ac:picMkLst>
        </pc:picChg>
        <pc:picChg chg="add mod">
          <ac:chgData name="MONS - GOUILLAUD Margault" userId="517503a0-fecf-410f-ae73-2bb224035a68" providerId="ADAL" clId="{29DB12D8-84F2-4CCB-A6D1-95C8CA5FFDCF}" dt="2025-11-03T12:32:55.426" v="263"/>
          <ac:picMkLst>
            <pc:docMk/>
            <pc:sldMk cId="3014562135" sldId="268"/>
            <ac:picMk id="8" creationId="{EBDE6A07-2350-BB86-0A6C-2DBC6153E38A}"/>
          </ac:picMkLst>
        </pc:picChg>
        <pc:picChg chg="add mod">
          <ac:chgData name="MONS - GOUILLAUD Margault" userId="517503a0-fecf-410f-ae73-2bb224035a68" providerId="ADAL" clId="{29DB12D8-84F2-4CCB-A6D1-95C8CA5FFDCF}" dt="2025-11-03T12:46:27.723" v="391"/>
          <ac:picMkLst>
            <pc:docMk/>
            <pc:sldMk cId="3014562135" sldId="268"/>
            <ac:picMk id="13" creationId="{A4FE8866-0817-3281-D5A0-9FA9C7E11EEC}"/>
          </ac:picMkLst>
        </pc:picChg>
        <pc:picChg chg="add mod">
          <ac:chgData name="MONS - GOUILLAUD Margault" userId="517503a0-fecf-410f-ae73-2bb224035a68" providerId="ADAL" clId="{29DB12D8-84F2-4CCB-A6D1-95C8CA5FFDCF}" dt="2025-11-03T12:43:07.449" v="383" actId="164"/>
          <ac:picMkLst>
            <pc:docMk/>
            <pc:sldMk cId="3014562135" sldId="268"/>
            <ac:picMk id="14" creationId="{AF4B9667-80B3-CF32-8AF4-5138A31C0984}"/>
          </ac:picMkLst>
        </pc:picChg>
        <pc:picChg chg="add mod">
          <ac:chgData name="MONS - GOUILLAUD Margault" userId="517503a0-fecf-410f-ae73-2bb224035a68" providerId="ADAL" clId="{29DB12D8-84F2-4CCB-A6D1-95C8CA5FFDCF}" dt="2025-11-03T12:39:54.018" v="354" actId="1076"/>
          <ac:picMkLst>
            <pc:docMk/>
            <pc:sldMk cId="3014562135" sldId="268"/>
            <ac:picMk id="20" creationId="{DF580352-BA35-FE67-CA6B-1746BF620758}"/>
          </ac:picMkLst>
        </pc:picChg>
        <pc:picChg chg="add mod">
          <ac:chgData name="MONS - GOUILLAUD Margault" userId="517503a0-fecf-410f-ae73-2bb224035a68" providerId="ADAL" clId="{29DB12D8-84F2-4CCB-A6D1-95C8CA5FFDCF}" dt="2025-11-03T12:46:12.722" v="390" actId="207"/>
          <ac:picMkLst>
            <pc:docMk/>
            <pc:sldMk cId="3014562135" sldId="268"/>
            <ac:picMk id="27" creationId="{591912FE-3DD3-9049-AE58-5882CEB231B8}"/>
          </ac:picMkLst>
        </pc:picChg>
        <pc:picChg chg="add mod">
          <ac:chgData name="MONS - GOUILLAUD Margault" userId="517503a0-fecf-410f-ae73-2bb224035a68" providerId="ADAL" clId="{29DB12D8-84F2-4CCB-A6D1-95C8CA5FFDCF}" dt="2025-11-03T12:39:50.243" v="352" actId="1076"/>
          <ac:picMkLst>
            <pc:docMk/>
            <pc:sldMk cId="3014562135" sldId="268"/>
            <ac:picMk id="30" creationId="{155565FE-8B88-2E64-5881-96A21D778C5B}"/>
          </ac:picMkLst>
        </pc:picChg>
        <pc:picChg chg="add mod">
          <ac:chgData name="MONS - GOUILLAUD Margault" userId="517503a0-fecf-410f-ae73-2bb224035a68" providerId="ADAL" clId="{29DB12D8-84F2-4CCB-A6D1-95C8CA5FFDCF}" dt="2025-11-03T12:40:47.637" v="359" actId="207"/>
          <ac:picMkLst>
            <pc:docMk/>
            <pc:sldMk cId="3014562135" sldId="268"/>
            <ac:picMk id="32" creationId="{B2934E62-7853-8930-BB72-0C4FE9BD33AD}"/>
          </ac:picMkLst>
        </pc:picChg>
      </pc:sldChg>
      <pc:sldChg chg="modSp mod">
        <pc:chgData name="MONS - GOUILLAUD Margault" userId="517503a0-fecf-410f-ae73-2bb224035a68" providerId="ADAL" clId="{29DB12D8-84F2-4CCB-A6D1-95C8CA5FFDCF}" dt="2025-11-03T13:27:28.058" v="551" actId="207"/>
        <pc:sldMkLst>
          <pc:docMk/>
          <pc:sldMk cId="2570579725" sldId="269"/>
        </pc:sldMkLst>
        <pc:spChg chg="mod">
          <ac:chgData name="MONS - GOUILLAUD Margault" userId="517503a0-fecf-410f-ae73-2bb224035a68" providerId="ADAL" clId="{29DB12D8-84F2-4CCB-A6D1-95C8CA5FFDCF}" dt="2025-11-03T13:19:55.173" v="519" actId="207"/>
          <ac:spMkLst>
            <pc:docMk/>
            <pc:sldMk cId="2570579725" sldId="269"/>
            <ac:spMk id="2" creationId="{71B33EE8-5F06-DB44-E2F6-080A973B89FF}"/>
          </ac:spMkLst>
        </pc:spChg>
        <pc:spChg chg="mod">
          <ac:chgData name="MONS - GOUILLAUD Margault" userId="517503a0-fecf-410f-ae73-2bb224035a68" providerId="ADAL" clId="{29DB12D8-84F2-4CCB-A6D1-95C8CA5FFDCF}" dt="2025-11-03T13:20:17.023" v="521" actId="207"/>
          <ac:spMkLst>
            <pc:docMk/>
            <pc:sldMk cId="2570579725" sldId="269"/>
            <ac:spMk id="4" creationId="{3604F161-A456-2EC4-25FC-9F0EEA947E8A}"/>
          </ac:spMkLst>
        </pc:spChg>
        <pc:spChg chg="mod">
          <ac:chgData name="MONS - GOUILLAUD Margault" userId="517503a0-fecf-410f-ae73-2bb224035a68" providerId="ADAL" clId="{29DB12D8-84F2-4CCB-A6D1-95C8CA5FFDCF}" dt="2025-11-03T13:20:38.952" v="526" actId="1076"/>
          <ac:spMkLst>
            <pc:docMk/>
            <pc:sldMk cId="2570579725" sldId="269"/>
            <ac:spMk id="5" creationId="{F17FD749-9C5F-1F68-3B0D-0BD0BD20FDC3}"/>
          </ac:spMkLst>
        </pc:spChg>
        <pc:spChg chg="mod">
          <ac:chgData name="MONS - GOUILLAUD Margault" userId="517503a0-fecf-410f-ae73-2bb224035a68" providerId="ADAL" clId="{29DB12D8-84F2-4CCB-A6D1-95C8CA5FFDCF}" dt="2025-11-03T13:20:35.524" v="524" actId="113"/>
          <ac:spMkLst>
            <pc:docMk/>
            <pc:sldMk cId="2570579725" sldId="269"/>
            <ac:spMk id="7" creationId="{3020814A-7035-5A86-FEC0-0093AB2F3412}"/>
          </ac:spMkLst>
        </pc:spChg>
        <pc:spChg chg="mod">
          <ac:chgData name="MONS - GOUILLAUD Margault" userId="517503a0-fecf-410f-ae73-2bb224035a68" providerId="ADAL" clId="{29DB12D8-84F2-4CCB-A6D1-95C8CA5FFDCF}" dt="2025-11-03T13:20:01.982" v="520" actId="1076"/>
          <ac:spMkLst>
            <pc:docMk/>
            <pc:sldMk cId="2570579725" sldId="269"/>
            <ac:spMk id="14" creationId="{37D1A7B1-BFDC-6690-82F1-8DA6E4C8490C}"/>
          </ac:spMkLst>
        </pc:spChg>
        <pc:spChg chg="mod">
          <ac:chgData name="MONS - GOUILLAUD Margault" userId="517503a0-fecf-410f-ae73-2bb224035a68" providerId="ADAL" clId="{29DB12D8-84F2-4CCB-A6D1-95C8CA5FFDCF}" dt="2025-11-03T13:20:44.825" v="528" actId="113"/>
          <ac:spMkLst>
            <pc:docMk/>
            <pc:sldMk cId="2570579725" sldId="269"/>
            <ac:spMk id="16" creationId="{3A89BB15-DEFB-945A-1A6E-E5C9E8355516}"/>
          </ac:spMkLst>
        </pc:spChg>
        <pc:spChg chg="mod">
          <ac:chgData name="MONS - GOUILLAUD Margault" userId="517503a0-fecf-410f-ae73-2bb224035a68" providerId="ADAL" clId="{29DB12D8-84F2-4CCB-A6D1-95C8CA5FFDCF}" dt="2025-11-03T13:27:28.058" v="551" actId="207"/>
          <ac:spMkLst>
            <pc:docMk/>
            <pc:sldMk cId="2570579725" sldId="269"/>
            <ac:spMk id="21" creationId="{B489F1AF-BE25-FBD5-B85E-C202B1D285ED}"/>
          </ac:spMkLst>
        </pc:spChg>
      </pc:sldChg>
      <pc:sldChg chg="modSp mod">
        <pc:chgData name="MONS - GOUILLAUD Margault" userId="517503a0-fecf-410f-ae73-2bb224035a68" providerId="ADAL" clId="{29DB12D8-84F2-4CCB-A6D1-95C8CA5FFDCF}" dt="2025-11-03T13:23:20.477" v="548" actId="1076"/>
        <pc:sldMkLst>
          <pc:docMk/>
          <pc:sldMk cId="275695170" sldId="270"/>
        </pc:sldMkLst>
        <pc:spChg chg="mod">
          <ac:chgData name="MONS - GOUILLAUD Margault" userId="517503a0-fecf-410f-ae73-2bb224035a68" providerId="ADAL" clId="{29DB12D8-84F2-4CCB-A6D1-95C8CA5FFDCF}" dt="2025-11-03T13:22:04.482" v="536" actId="207"/>
          <ac:spMkLst>
            <pc:docMk/>
            <pc:sldMk cId="275695170" sldId="270"/>
            <ac:spMk id="2" creationId="{2821BAA8-E704-1DAA-FB68-1D700DD3CEBE}"/>
          </ac:spMkLst>
        </pc:spChg>
        <pc:spChg chg="mod">
          <ac:chgData name="MONS - GOUILLAUD Margault" userId="517503a0-fecf-410f-ae73-2bb224035a68" providerId="ADAL" clId="{29DB12D8-84F2-4CCB-A6D1-95C8CA5FFDCF}" dt="2025-11-03T13:21:03.254" v="529" actId="207"/>
          <ac:spMkLst>
            <pc:docMk/>
            <pc:sldMk cId="275695170" sldId="270"/>
            <ac:spMk id="4" creationId="{FE35CF02-C5AD-B859-12EC-9FF3BC503773}"/>
          </ac:spMkLst>
        </pc:spChg>
        <pc:spChg chg="mod">
          <ac:chgData name="MONS - GOUILLAUD Margault" userId="517503a0-fecf-410f-ae73-2bb224035a68" providerId="ADAL" clId="{29DB12D8-84F2-4CCB-A6D1-95C8CA5FFDCF}" dt="2025-11-03T13:21:06.626" v="530" actId="207"/>
          <ac:spMkLst>
            <pc:docMk/>
            <pc:sldMk cId="275695170" sldId="270"/>
            <ac:spMk id="5" creationId="{E80D0F10-1696-7BE2-747F-8FC85E262F40}"/>
          </ac:spMkLst>
        </pc:spChg>
        <pc:spChg chg="mod">
          <ac:chgData name="MONS - GOUILLAUD Margault" userId="517503a0-fecf-410f-ae73-2bb224035a68" providerId="ADAL" clId="{29DB12D8-84F2-4CCB-A6D1-95C8CA5FFDCF}" dt="2025-11-03T13:21:08.941" v="531" actId="207"/>
          <ac:spMkLst>
            <pc:docMk/>
            <pc:sldMk cId="275695170" sldId="270"/>
            <ac:spMk id="6" creationId="{7C4D5EA7-379D-D7A1-013A-DB758F89AAB2}"/>
          </ac:spMkLst>
        </pc:spChg>
        <pc:spChg chg="mod">
          <ac:chgData name="MONS - GOUILLAUD Margault" userId="517503a0-fecf-410f-ae73-2bb224035a68" providerId="ADAL" clId="{29DB12D8-84F2-4CCB-A6D1-95C8CA5FFDCF}" dt="2025-11-03T13:21:50.373" v="533" actId="113"/>
          <ac:spMkLst>
            <pc:docMk/>
            <pc:sldMk cId="275695170" sldId="270"/>
            <ac:spMk id="7" creationId="{59010F64-6F22-0396-9FD4-3266017CEE2C}"/>
          </ac:spMkLst>
        </pc:spChg>
        <pc:spChg chg="mod">
          <ac:chgData name="MONS - GOUILLAUD Margault" userId="517503a0-fecf-410f-ae73-2bb224035a68" providerId="ADAL" clId="{29DB12D8-84F2-4CCB-A6D1-95C8CA5FFDCF}" dt="2025-11-03T13:23:20.477" v="548" actId="1076"/>
          <ac:spMkLst>
            <pc:docMk/>
            <pc:sldMk cId="275695170" sldId="270"/>
            <ac:spMk id="14" creationId="{E683D736-68F3-2746-17BE-3D5A0755AB34}"/>
          </ac:spMkLst>
        </pc:spChg>
        <pc:spChg chg="mod">
          <ac:chgData name="MONS - GOUILLAUD Margault" userId="517503a0-fecf-410f-ae73-2bb224035a68" providerId="ADAL" clId="{29DB12D8-84F2-4CCB-A6D1-95C8CA5FFDCF}" dt="2025-11-03T13:22:13.748" v="538" actId="113"/>
          <ac:spMkLst>
            <pc:docMk/>
            <pc:sldMk cId="275695170" sldId="270"/>
            <ac:spMk id="16" creationId="{14AAF31D-2B27-AA7C-EEFB-490C437F6730}"/>
          </ac:spMkLst>
        </pc:spChg>
        <pc:spChg chg="mod">
          <ac:chgData name="MONS - GOUILLAUD Margault" userId="517503a0-fecf-410f-ae73-2bb224035a68" providerId="ADAL" clId="{29DB12D8-84F2-4CCB-A6D1-95C8CA5FFDCF}" dt="2025-11-03T13:22:19.969" v="540" actId="113"/>
          <ac:spMkLst>
            <pc:docMk/>
            <pc:sldMk cId="275695170" sldId="270"/>
            <ac:spMk id="17" creationId="{0EE0263A-13E4-875F-FF91-AA77F6771572}"/>
          </ac:spMkLst>
        </pc:spChg>
        <pc:spChg chg="mod">
          <ac:chgData name="MONS - GOUILLAUD Margault" userId="517503a0-fecf-410f-ae73-2bb224035a68" providerId="ADAL" clId="{29DB12D8-84F2-4CCB-A6D1-95C8CA5FFDCF}" dt="2025-11-03T13:22:48.017" v="543" actId="207"/>
          <ac:spMkLst>
            <pc:docMk/>
            <pc:sldMk cId="275695170" sldId="270"/>
            <ac:spMk id="21" creationId="{8D14700B-2695-C81E-1F34-7A96FD9853D6}"/>
          </ac:spMkLst>
        </pc:spChg>
        <pc:spChg chg="mod">
          <ac:chgData name="MONS - GOUILLAUD Margault" userId="517503a0-fecf-410f-ae73-2bb224035a68" providerId="ADAL" clId="{29DB12D8-84F2-4CCB-A6D1-95C8CA5FFDCF}" dt="2025-11-03T13:22:52.784" v="544" actId="207"/>
          <ac:spMkLst>
            <pc:docMk/>
            <pc:sldMk cId="275695170" sldId="270"/>
            <ac:spMk id="22" creationId="{CBBDE80A-C190-3895-7AC2-9D2F4554E4C9}"/>
          </ac:spMkLst>
        </pc:spChg>
      </pc:sldChg>
    </pc:docChg>
  </pc:docChgLst>
  <pc:docChgLst>
    <pc:chgData name="GRAVIER Camille" userId="S::camille.gravier@epfedu.fr::15f4e898-39b7-4818-9597-b8d8dea42df4" providerId="AD" clId="Web-{45F319B4-F1D3-B885-0142-8EE248186954}"/>
    <pc:docChg chg="modSld">
      <pc:chgData name="GRAVIER Camille" userId="S::camille.gravier@epfedu.fr::15f4e898-39b7-4818-9597-b8d8dea42df4" providerId="AD" clId="Web-{45F319B4-F1D3-B885-0142-8EE248186954}" dt="2025-11-03T15:29:26.356" v="1" actId="1076"/>
      <pc:docMkLst>
        <pc:docMk/>
      </pc:docMkLst>
      <pc:sldChg chg="addSp modSp">
        <pc:chgData name="GRAVIER Camille" userId="S::camille.gravier@epfedu.fr::15f4e898-39b7-4818-9597-b8d8dea42df4" providerId="AD" clId="Web-{45F319B4-F1D3-B885-0142-8EE248186954}" dt="2025-11-03T15:29:26.356" v="1" actId="1076"/>
        <pc:sldMkLst>
          <pc:docMk/>
          <pc:sldMk cId="3890140898" sldId="259"/>
        </pc:sldMkLst>
        <pc:picChg chg="add mod">
          <ac:chgData name="GRAVIER Camille" userId="S::camille.gravier@epfedu.fr::15f4e898-39b7-4818-9597-b8d8dea42df4" providerId="AD" clId="Web-{45F319B4-F1D3-B885-0142-8EE248186954}" dt="2025-11-03T15:29:26.356" v="1" actId="1076"/>
          <ac:picMkLst>
            <pc:docMk/>
            <pc:sldMk cId="3890140898" sldId="259"/>
            <ac:picMk id="7" creationId="{44456677-ABDA-A65C-F72D-5AADCBB571A4}"/>
          </ac:picMkLst>
        </pc:picChg>
      </pc:sldChg>
    </pc:docChg>
  </pc:docChgLst>
  <pc:docChgLst>
    <pc:chgData name="DORS Sebastien" userId="c8a8ab7e-62a9-47cc-be65-152bff4ab635" providerId="ADAL" clId="{33E94959-CDE2-43B6-9D83-0F64F62BF36D}"/>
    <pc:docChg chg="undo redo custSel addSld delSld modSld">
      <pc:chgData name="DORS Sebastien" userId="c8a8ab7e-62a9-47cc-be65-152bff4ab635" providerId="ADAL" clId="{33E94959-CDE2-43B6-9D83-0F64F62BF36D}" dt="2025-11-03T13:50:36.159" v="1585" actId="1076"/>
      <pc:docMkLst>
        <pc:docMk/>
      </pc:docMkLst>
      <pc:sldChg chg="addSp delSp modSp mod modTransition modAnim">
        <pc:chgData name="DORS Sebastien" userId="c8a8ab7e-62a9-47cc-be65-152bff4ab635" providerId="ADAL" clId="{33E94959-CDE2-43B6-9D83-0F64F62BF36D}" dt="2025-11-03T13:28:54.844" v="1430"/>
        <pc:sldMkLst>
          <pc:docMk/>
          <pc:sldMk cId="1075241868" sldId="256"/>
        </pc:sldMkLst>
        <pc:spChg chg="mod">
          <ac:chgData name="DORS Sebastien" userId="c8a8ab7e-62a9-47cc-be65-152bff4ab635" providerId="ADAL" clId="{33E94959-CDE2-43B6-9D83-0F64F62BF36D}" dt="2025-11-03T12:56:15.931" v="507" actId="14861"/>
          <ac:spMkLst>
            <pc:docMk/>
            <pc:sldMk cId="1075241868" sldId="256"/>
            <ac:spMk id="5" creationId="{A81567F4-BC0D-60E4-B077-991E28CA3E24}"/>
          </ac:spMkLst>
        </pc:spChg>
        <pc:spChg chg="add del mod">
          <ac:chgData name="DORS Sebastien" userId="c8a8ab7e-62a9-47cc-be65-152bff4ab635" providerId="ADAL" clId="{33E94959-CDE2-43B6-9D83-0F64F62BF36D}" dt="2025-11-03T09:43:06.244" v="2"/>
          <ac:spMkLst>
            <pc:docMk/>
            <pc:sldMk cId="1075241868" sldId="256"/>
            <ac:spMk id="6" creationId="{F2B266C3-39AE-DF44-B972-E8353EE2FEF6}"/>
          </ac:spMkLst>
        </pc:spChg>
        <pc:spChg chg="add mod">
          <ac:chgData name="DORS Sebastien" userId="c8a8ab7e-62a9-47cc-be65-152bff4ab635" providerId="ADAL" clId="{33E94959-CDE2-43B6-9D83-0F64F62BF36D}" dt="2025-11-03T09:44:04.619" v="62" actId="207"/>
          <ac:spMkLst>
            <pc:docMk/>
            <pc:sldMk cId="1075241868" sldId="256"/>
            <ac:spMk id="9" creationId="{BF12422C-2096-03FC-C6A6-BCD74240732C}"/>
          </ac:spMkLst>
        </pc:spChg>
        <pc:spChg chg="mod">
          <ac:chgData name="DORS Sebastien" userId="c8a8ab7e-62a9-47cc-be65-152bff4ab635" providerId="ADAL" clId="{33E94959-CDE2-43B6-9D83-0F64F62BF36D}" dt="2025-11-03T13:01:36.406" v="533"/>
          <ac:spMkLst>
            <pc:docMk/>
            <pc:sldMk cId="1075241868" sldId="256"/>
            <ac:spMk id="14" creationId="{9D7CB0E0-1066-0005-282A-C0621E080C20}"/>
          </ac:spMkLst>
        </pc:spChg>
        <pc:spChg chg="mod">
          <ac:chgData name="DORS Sebastien" userId="c8a8ab7e-62a9-47cc-be65-152bff4ab635" providerId="ADAL" clId="{33E94959-CDE2-43B6-9D83-0F64F62BF36D}" dt="2025-11-03T13:01:36.406" v="533"/>
          <ac:spMkLst>
            <pc:docMk/>
            <pc:sldMk cId="1075241868" sldId="256"/>
            <ac:spMk id="15" creationId="{D9DC27DE-C9B8-7C3A-6443-CDE5D5C1B951}"/>
          </ac:spMkLst>
        </pc:spChg>
        <pc:spChg chg="mod">
          <ac:chgData name="DORS Sebastien" userId="c8a8ab7e-62a9-47cc-be65-152bff4ab635" providerId="ADAL" clId="{33E94959-CDE2-43B6-9D83-0F64F62BF36D}" dt="2025-11-03T13:01:36.406" v="533"/>
          <ac:spMkLst>
            <pc:docMk/>
            <pc:sldMk cId="1075241868" sldId="256"/>
            <ac:spMk id="18" creationId="{BBF0CB11-64EF-650B-E311-2C6510C8C061}"/>
          </ac:spMkLst>
        </pc:spChg>
        <pc:spChg chg="mod">
          <ac:chgData name="DORS Sebastien" userId="c8a8ab7e-62a9-47cc-be65-152bff4ab635" providerId="ADAL" clId="{33E94959-CDE2-43B6-9D83-0F64F62BF36D}" dt="2025-11-03T13:01:36.406" v="533"/>
          <ac:spMkLst>
            <pc:docMk/>
            <pc:sldMk cId="1075241868" sldId="256"/>
            <ac:spMk id="21" creationId="{D771EC69-BA76-0569-C189-DA56F3248533}"/>
          </ac:spMkLst>
        </pc:spChg>
        <pc:spChg chg="mod">
          <ac:chgData name="DORS Sebastien" userId="c8a8ab7e-62a9-47cc-be65-152bff4ab635" providerId="ADAL" clId="{33E94959-CDE2-43B6-9D83-0F64F62BF36D}" dt="2025-11-03T13:01:36.406" v="533"/>
          <ac:spMkLst>
            <pc:docMk/>
            <pc:sldMk cId="1075241868" sldId="256"/>
            <ac:spMk id="23" creationId="{1319366E-8783-CA8C-D36F-557BCF8DD12F}"/>
          </ac:spMkLst>
        </pc:spChg>
        <pc:spChg chg="mod">
          <ac:chgData name="DORS Sebastien" userId="c8a8ab7e-62a9-47cc-be65-152bff4ab635" providerId="ADAL" clId="{33E94959-CDE2-43B6-9D83-0F64F62BF36D}" dt="2025-11-03T13:01:36.406" v="533"/>
          <ac:spMkLst>
            <pc:docMk/>
            <pc:sldMk cId="1075241868" sldId="256"/>
            <ac:spMk id="25" creationId="{96014901-5284-FD8B-2526-FC82FD757F75}"/>
          </ac:spMkLst>
        </pc:spChg>
        <pc:spChg chg="mod">
          <ac:chgData name="DORS Sebastien" userId="c8a8ab7e-62a9-47cc-be65-152bff4ab635" providerId="ADAL" clId="{33E94959-CDE2-43B6-9D83-0F64F62BF36D}" dt="2025-11-03T13:01:36.406" v="533"/>
          <ac:spMkLst>
            <pc:docMk/>
            <pc:sldMk cId="1075241868" sldId="256"/>
            <ac:spMk id="27" creationId="{F6364859-3B82-125B-910A-D29507BC9466}"/>
          </ac:spMkLst>
        </pc:spChg>
        <pc:spChg chg="mod">
          <ac:chgData name="DORS Sebastien" userId="c8a8ab7e-62a9-47cc-be65-152bff4ab635" providerId="ADAL" clId="{33E94959-CDE2-43B6-9D83-0F64F62BF36D}" dt="2025-11-03T13:01:36.406" v="533"/>
          <ac:spMkLst>
            <pc:docMk/>
            <pc:sldMk cId="1075241868" sldId="256"/>
            <ac:spMk id="29" creationId="{F31E1582-22FD-D7E4-F4AC-AECFF7EA8E9A}"/>
          </ac:spMkLst>
        </pc:spChg>
        <pc:spChg chg="mod">
          <ac:chgData name="DORS Sebastien" userId="c8a8ab7e-62a9-47cc-be65-152bff4ab635" providerId="ADAL" clId="{33E94959-CDE2-43B6-9D83-0F64F62BF36D}" dt="2025-11-03T13:01:36.406" v="533"/>
          <ac:spMkLst>
            <pc:docMk/>
            <pc:sldMk cId="1075241868" sldId="256"/>
            <ac:spMk id="31" creationId="{5EC1DD5F-0E49-558D-76AD-B143455AC734}"/>
          </ac:spMkLst>
        </pc:spChg>
        <pc:spChg chg="mod">
          <ac:chgData name="DORS Sebastien" userId="c8a8ab7e-62a9-47cc-be65-152bff4ab635" providerId="ADAL" clId="{33E94959-CDE2-43B6-9D83-0F64F62BF36D}" dt="2025-11-03T13:01:36.406" v="533"/>
          <ac:spMkLst>
            <pc:docMk/>
            <pc:sldMk cId="1075241868" sldId="256"/>
            <ac:spMk id="33" creationId="{BCA10EA9-7C64-7F05-6B20-2B7829C712BE}"/>
          </ac:spMkLst>
        </pc:spChg>
        <pc:grpChg chg="del mod">
          <ac:chgData name="DORS Sebastien" userId="c8a8ab7e-62a9-47cc-be65-152bff4ab635" providerId="ADAL" clId="{33E94959-CDE2-43B6-9D83-0F64F62BF36D}" dt="2025-11-03T13:02:13.579" v="550" actId="478"/>
          <ac:grpSpMkLst>
            <pc:docMk/>
            <pc:sldMk cId="1075241868" sldId="256"/>
            <ac:grpSpMk id="6" creationId="{CF0560E8-EFAC-5E15-8499-FA4CB1ADF813}"/>
          </ac:grpSpMkLst>
        </pc:grpChg>
        <pc:grpChg chg="del mod">
          <ac:chgData name="DORS Sebastien" userId="c8a8ab7e-62a9-47cc-be65-152bff4ab635" providerId="ADAL" clId="{33E94959-CDE2-43B6-9D83-0F64F62BF36D}" dt="2025-11-03T13:02:13.579" v="550" actId="478"/>
          <ac:grpSpMkLst>
            <pc:docMk/>
            <pc:sldMk cId="1075241868" sldId="256"/>
            <ac:grpSpMk id="17" creationId="{3CA597D2-9260-24D9-0623-10BD5F794616}"/>
          </ac:grpSpMkLst>
        </pc:grpChg>
        <pc:grpChg chg="del mod">
          <ac:chgData name="DORS Sebastien" userId="c8a8ab7e-62a9-47cc-be65-152bff4ab635" providerId="ADAL" clId="{33E94959-CDE2-43B6-9D83-0F64F62BF36D}" dt="2025-11-03T13:02:13.579" v="550" actId="478"/>
          <ac:grpSpMkLst>
            <pc:docMk/>
            <pc:sldMk cId="1075241868" sldId="256"/>
            <ac:grpSpMk id="22" creationId="{4B1F1D73-B4A3-6868-C6A2-1474B5FA8DBB}"/>
          </ac:grpSpMkLst>
        </pc:grpChg>
        <pc:grpChg chg="del mod">
          <ac:chgData name="DORS Sebastien" userId="c8a8ab7e-62a9-47cc-be65-152bff4ab635" providerId="ADAL" clId="{33E94959-CDE2-43B6-9D83-0F64F62BF36D}" dt="2025-11-03T13:02:13.579" v="550" actId="478"/>
          <ac:grpSpMkLst>
            <pc:docMk/>
            <pc:sldMk cId="1075241868" sldId="256"/>
            <ac:grpSpMk id="26" creationId="{0B995452-FFE3-2F65-A71D-CDDC7232FAB4}"/>
          </ac:grpSpMkLst>
        </pc:grpChg>
        <pc:grpChg chg="del mod">
          <ac:chgData name="DORS Sebastien" userId="c8a8ab7e-62a9-47cc-be65-152bff4ab635" providerId="ADAL" clId="{33E94959-CDE2-43B6-9D83-0F64F62BF36D}" dt="2025-11-03T13:02:13.579" v="550" actId="478"/>
          <ac:grpSpMkLst>
            <pc:docMk/>
            <pc:sldMk cId="1075241868" sldId="256"/>
            <ac:grpSpMk id="30" creationId="{EB5B2073-1043-44ED-9D0F-0401E918133D}"/>
          </ac:grpSpMkLst>
        </pc:grpChg>
        <pc:picChg chg="add mod">
          <ac:chgData name="DORS Sebastien" userId="c8a8ab7e-62a9-47cc-be65-152bff4ab635" providerId="ADAL" clId="{33E94959-CDE2-43B6-9D83-0F64F62BF36D}" dt="2025-11-03T09:44:59.137" v="71" actId="14100"/>
          <ac:picMkLst>
            <pc:docMk/>
            <pc:sldMk cId="1075241868" sldId="256"/>
            <ac:picMk id="11" creationId="{D55B99E4-880E-CB30-16F0-DB0FB7B8085B}"/>
          </ac:picMkLst>
        </pc:picChg>
      </pc:sldChg>
      <pc:sldChg chg="modSp mod modTransition">
        <pc:chgData name="DORS Sebastien" userId="c8a8ab7e-62a9-47cc-be65-152bff4ab635" providerId="ADAL" clId="{33E94959-CDE2-43B6-9D83-0F64F62BF36D}" dt="2025-11-03T10:25:21.207" v="292"/>
        <pc:sldMkLst>
          <pc:docMk/>
          <pc:sldMk cId="569702824" sldId="257"/>
        </pc:sldMkLst>
        <pc:graphicFrameChg chg="modGraphic">
          <ac:chgData name="DORS Sebastien" userId="c8a8ab7e-62a9-47cc-be65-152bff4ab635" providerId="ADAL" clId="{33E94959-CDE2-43B6-9D83-0F64F62BF36D}" dt="2025-11-03T10:00:47.380" v="74" actId="20577"/>
          <ac:graphicFrameMkLst>
            <pc:docMk/>
            <pc:sldMk cId="569702824" sldId="257"/>
            <ac:graphicFrameMk id="19" creationId="{DA198A80-4466-D93D-7B87-6379AB7DA495}"/>
          </ac:graphicFrameMkLst>
        </pc:graphicFrameChg>
      </pc:sldChg>
      <pc:sldChg chg="addSp delSp modSp mod modTransition modAnim">
        <pc:chgData name="DORS Sebastien" userId="c8a8ab7e-62a9-47cc-be65-152bff4ab635" providerId="ADAL" clId="{33E94959-CDE2-43B6-9D83-0F64F62BF36D}" dt="2025-11-03T13:30:29.304" v="1436" actId="164"/>
        <pc:sldMkLst>
          <pc:docMk/>
          <pc:sldMk cId="3072236882" sldId="258"/>
        </pc:sldMkLst>
        <pc:spChg chg="add mod">
          <ac:chgData name="DORS Sebastien" userId="c8a8ab7e-62a9-47cc-be65-152bff4ab635" providerId="ADAL" clId="{33E94959-CDE2-43B6-9D83-0F64F62BF36D}" dt="2025-11-03T10:12:50.131" v="163" actId="164"/>
          <ac:spMkLst>
            <pc:docMk/>
            <pc:sldMk cId="3072236882" sldId="258"/>
            <ac:spMk id="4" creationId="{D571E635-3F20-8F7C-539D-A73142B6E2CB}"/>
          </ac:spMkLst>
        </pc:spChg>
        <pc:spChg chg="add mod">
          <ac:chgData name="DORS Sebastien" userId="c8a8ab7e-62a9-47cc-be65-152bff4ab635" providerId="ADAL" clId="{33E94959-CDE2-43B6-9D83-0F64F62BF36D}" dt="2025-11-03T10:12:53.607" v="164" actId="164"/>
          <ac:spMkLst>
            <pc:docMk/>
            <pc:sldMk cId="3072236882" sldId="258"/>
            <ac:spMk id="5" creationId="{AC88319A-874F-7EDC-7705-DB117D0D949B}"/>
          </ac:spMkLst>
        </pc:spChg>
        <pc:spChg chg="add mod">
          <ac:chgData name="DORS Sebastien" userId="c8a8ab7e-62a9-47cc-be65-152bff4ab635" providerId="ADAL" clId="{33E94959-CDE2-43B6-9D83-0F64F62BF36D}" dt="2025-11-03T10:12:55.897" v="165" actId="164"/>
          <ac:spMkLst>
            <pc:docMk/>
            <pc:sldMk cId="3072236882" sldId="258"/>
            <ac:spMk id="6" creationId="{3F9DB0AC-DC20-5B85-47DB-E564A91D6EEB}"/>
          </ac:spMkLst>
        </pc:spChg>
        <pc:spChg chg="add mod">
          <ac:chgData name="DORS Sebastien" userId="c8a8ab7e-62a9-47cc-be65-152bff4ab635" providerId="ADAL" clId="{33E94959-CDE2-43B6-9D83-0F64F62BF36D}" dt="2025-11-03T10:12:50.131" v="163" actId="164"/>
          <ac:spMkLst>
            <pc:docMk/>
            <pc:sldMk cId="3072236882" sldId="258"/>
            <ac:spMk id="7" creationId="{2825D1F6-7942-7F5A-703F-6A90F4E61DB5}"/>
          </ac:spMkLst>
        </pc:spChg>
        <pc:spChg chg="mod">
          <ac:chgData name="DORS Sebastien" userId="c8a8ab7e-62a9-47cc-be65-152bff4ab635" providerId="ADAL" clId="{33E94959-CDE2-43B6-9D83-0F64F62BF36D}" dt="2025-11-03T13:24:59.184" v="1374"/>
          <ac:spMkLst>
            <pc:docMk/>
            <pc:sldMk cId="3072236882" sldId="258"/>
            <ac:spMk id="7" creationId="{52F7E1DF-3808-5B14-A46A-BD26097620DA}"/>
          </ac:spMkLst>
        </pc:spChg>
        <pc:spChg chg="add mod">
          <ac:chgData name="DORS Sebastien" userId="c8a8ab7e-62a9-47cc-be65-152bff4ab635" providerId="ADAL" clId="{33E94959-CDE2-43B6-9D83-0F64F62BF36D}" dt="2025-11-03T10:12:50.131" v="163" actId="164"/>
          <ac:spMkLst>
            <pc:docMk/>
            <pc:sldMk cId="3072236882" sldId="258"/>
            <ac:spMk id="8" creationId="{8BCAAD06-34EC-BFCD-D90D-C26B7452BEF4}"/>
          </ac:spMkLst>
        </pc:spChg>
        <pc:spChg chg="mod">
          <ac:chgData name="DORS Sebastien" userId="c8a8ab7e-62a9-47cc-be65-152bff4ab635" providerId="ADAL" clId="{33E94959-CDE2-43B6-9D83-0F64F62BF36D}" dt="2025-11-03T13:24:59.184" v="1374"/>
          <ac:spMkLst>
            <pc:docMk/>
            <pc:sldMk cId="3072236882" sldId="258"/>
            <ac:spMk id="8" creationId="{E442106A-1109-A88E-B047-D603B740C3AC}"/>
          </ac:spMkLst>
        </pc:spChg>
        <pc:spChg chg="mod">
          <ac:chgData name="DORS Sebastien" userId="c8a8ab7e-62a9-47cc-be65-152bff4ab635" providerId="ADAL" clId="{33E94959-CDE2-43B6-9D83-0F64F62BF36D}" dt="2025-11-03T13:30:29.304" v="1436" actId="164"/>
          <ac:spMkLst>
            <pc:docMk/>
            <pc:sldMk cId="3072236882" sldId="258"/>
            <ac:spMk id="9" creationId="{52EB3A67-629F-6222-48B0-6FC25805AD4B}"/>
          </ac:spMkLst>
        </pc:spChg>
        <pc:spChg chg="mod">
          <ac:chgData name="DORS Sebastien" userId="c8a8ab7e-62a9-47cc-be65-152bff4ab635" providerId="ADAL" clId="{33E94959-CDE2-43B6-9D83-0F64F62BF36D}" dt="2025-11-03T13:30:29.304" v="1436" actId="164"/>
          <ac:spMkLst>
            <pc:docMk/>
            <pc:sldMk cId="3072236882" sldId="258"/>
            <ac:spMk id="10" creationId="{8BD5D245-2473-6C8D-7EC0-B01A6C9DDB80}"/>
          </ac:spMkLst>
        </pc:spChg>
        <pc:spChg chg="mod">
          <ac:chgData name="DORS Sebastien" userId="c8a8ab7e-62a9-47cc-be65-152bff4ab635" providerId="ADAL" clId="{33E94959-CDE2-43B6-9D83-0F64F62BF36D}" dt="2025-11-03T13:30:29.304" v="1436" actId="164"/>
          <ac:spMkLst>
            <pc:docMk/>
            <pc:sldMk cId="3072236882" sldId="258"/>
            <ac:spMk id="11" creationId="{A69E529C-477E-4F60-97F9-415B1820BE62}"/>
          </ac:spMkLst>
        </pc:spChg>
        <pc:spChg chg="add mod">
          <ac:chgData name="DORS Sebastien" userId="c8a8ab7e-62a9-47cc-be65-152bff4ab635" providerId="ADAL" clId="{33E94959-CDE2-43B6-9D83-0F64F62BF36D}" dt="2025-11-03T10:12:53.607" v="164" actId="164"/>
          <ac:spMkLst>
            <pc:docMk/>
            <pc:sldMk cId="3072236882" sldId="258"/>
            <ac:spMk id="12" creationId="{01DC29EF-2540-F7BB-753A-B83A1A6D65B1}"/>
          </ac:spMkLst>
        </pc:spChg>
        <pc:spChg chg="mod">
          <ac:chgData name="DORS Sebastien" userId="c8a8ab7e-62a9-47cc-be65-152bff4ab635" providerId="ADAL" clId="{33E94959-CDE2-43B6-9D83-0F64F62BF36D}" dt="2025-11-03T13:24:59.184" v="1374"/>
          <ac:spMkLst>
            <pc:docMk/>
            <pc:sldMk cId="3072236882" sldId="258"/>
            <ac:spMk id="12" creationId="{3FE25EFE-6927-764D-DE1A-7A627A747251}"/>
          </ac:spMkLst>
        </pc:spChg>
        <pc:spChg chg="add mod">
          <ac:chgData name="DORS Sebastien" userId="c8a8ab7e-62a9-47cc-be65-152bff4ab635" providerId="ADAL" clId="{33E94959-CDE2-43B6-9D83-0F64F62BF36D}" dt="2025-11-03T10:12:53.607" v="164" actId="164"/>
          <ac:spMkLst>
            <pc:docMk/>
            <pc:sldMk cId="3072236882" sldId="258"/>
            <ac:spMk id="14" creationId="{60042D10-3B2A-3E2B-5B23-89BD656EF982}"/>
          </ac:spMkLst>
        </pc:spChg>
        <pc:spChg chg="add mod">
          <ac:chgData name="DORS Sebastien" userId="c8a8ab7e-62a9-47cc-be65-152bff4ab635" providerId="ADAL" clId="{33E94959-CDE2-43B6-9D83-0F64F62BF36D}" dt="2025-11-03T10:12:55.897" v="165" actId="164"/>
          <ac:spMkLst>
            <pc:docMk/>
            <pc:sldMk cId="3072236882" sldId="258"/>
            <ac:spMk id="16" creationId="{4FC2E138-3189-063D-506D-7BECB83DF140}"/>
          </ac:spMkLst>
        </pc:spChg>
        <pc:spChg chg="add mod">
          <ac:chgData name="DORS Sebastien" userId="c8a8ab7e-62a9-47cc-be65-152bff4ab635" providerId="ADAL" clId="{33E94959-CDE2-43B6-9D83-0F64F62BF36D}" dt="2025-11-03T10:12:55.897" v="165" actId="164"/>
          <ac:spMkLst>
            <pc:docMk/>
            <pc:sldMk cId="3072236882" sldId="258"/>
            <ac:spMk id="18" creationId="{972BD44C-AE3C-9DC6-8853-CB1796DAC6C5}"/>
          </ac:spMkLst>
        </pc:spChg>
        <pc:spChg chg="mod">
          <ac:chgData name="DORS Sebastien" userId="c8a8ab7e-62a9-47cc-be65-152bff4ab635" providerId="ADAL" clId="{33E94959-CDE2-43B6-9D83-0F64F62BF36D}" dt="2025-11-03T13:30:29.304" v="1436" actId="164"/>
          <ac:spMkLst>
            <pc:docMk/>
            <pc:sldMk cId="3072236882" sldId="258"/>
            <ac:spMk id="19" creationId="{8FAB80E1-DFA5-AF49-A5D1-F1C192FF332F}"/>
          </ac:spMkLst>
        </pc:spChg>
        <pc:spChg chg="mod">
          <ac:chgData name="DORS Sebastien" userId="c8a8ab7e-62a9-47cc-be65-152bff4ab635" providerId="ADAL" clId="{33E94959-CDE2-43B6-9D83-0F64F62BF36D}" dt="2025-11-03T13:30:29.304" v="1436" actId="164"/>
          <ac:spMkLst>
            <pc:docMk/>
            <pc:sldMk cId="3072236882" sldId="258"/>
            <ac:spMk id="20" creationId="{3C294F49-4F0A-A26E-FF35-0C6E72A185D8}"/>
          </ac:spMkLst>
        </pc:spChg>
        <pc:spChg chg="mod">
          <ac:chgData name="DORS Sebastien" userId="c8a8ab7e-62a9-47cc-be65-152bff4ab635" providerId="ADAL" clId="{33E94959-CDE2-43B6-9D83-0F64F62BF36D}" dt="2025-11-03T13:30:29.304" v="1436" actId="164"/>
          <ac:spMkLst>
            <pc:docMk/>
            <pc:sldMk cId="3072236882" sldId="258"/>
            <ac:spMk id="21" creationId="{6435D739-AFBA-E120-1A78-EB760938D4B7}"/>
          </ac:spMkLst>
        </pc:spChg>
        <pc:spChg chg="mod">
          <ac:chgData name="DORS Sebastien" userId="c8a8ab7e-62a9-47cc-be65-152bff4ab635" providerId="ADAL" clId="{33E94959-CDE2-43B6-9D83-0F64F62BF36D}" dt="2025-11-03T13:30:29.304" v="1436" actId="164"/>
          <ac:spMkLst>
            <pc:docMk/>
            <pc:sldMk cId="3072236882" sldId="258"/>
            <ac:spMk id="22" creationId="{E72277FF-A564-6BCD-9372-66CF2E29BCAB}"/>
          </ac:spMkLst>
        </pc:spChg>
        <pc:spChg chg="mod">
          <ac:chgData name="DORS Sebastien" userId="c8a8ab7e-62a9-47cc-be65-152bff4ab635" providerId="ADAL" clId="{33E94959-CDE2-43B6-9D83-0F64F62BF36D}" dt="2025-11-03T13:24:59.184" v="1374"/>
          <ac:spMkLst>
            <pc:docMk/>
            <pc:sldMk cId="3072236882" sldId="258"/>
            <ac:spMk id="23" creationId="{BE3F5E2F-BF18-06D8-9941-C4CF6D785D5E}"/>
          </ac:spMkLst>
        </pc:spChg>
        <pc:spChg chg="add mod">
          <ac:chgData name="DORS Sebastien" userId="c8a8ab7e-62a9-47cc-be65-152bff4ab635" providerId="ADAL" clId="{33E94959-CDE2-43B6-9D83-0F64F62BF36D}" dt="2025-11-03T10:12:55.897" v="165" actId="164"/>
          <ac:spMkLst>
            <pc:docMk/>
            <pc:sldMk cId="3072236882" sldId="258"/>
            <ac:spMk id="24" creationId="{6D165ED9-6395-2FB0-F28E-6065430DA20A}"/>
          </ac:spMkLst>
        </pc:spChg>
        <pc:spChg chg="mod">
          <ac:chgData name="DORS Sebastien" userId="c8a8ab7e-62a9-47cc-be65-152bff4ab635" providerId="ADAL" clId="{33E94959-CDE2-43B6-9D83-0F64F62BF36D}" dt="2025-11-03T13:24:59.184" v="1374"/>
          <ac:spMkLst>
            <pc:docMk/>
            <pc:sldMk cId="3072236882" sldId="258"/>
            <ac:spMk id="24" creationId="{F8064B4F-859D-1C27-2CAA-533A0B7B2A46}"/>
          </ac:spMkLst>
        </pc:spChg>
        <pc:spChg chg="mod">
          <ac:chgData name="DORS Sebastien" userId="c8a8ab7e-62a9-47cc-be65-152bff4ab635" providerId="ADAL" clId="{33E94959-CDE2-43B6-9D83-0F64F62BF36D}" dt="2025-11-03T13:30:29.304" v="1436" actId="164"/>
          <ac:spMkLst>
            <pc:docMk/>
            <pc:sldMk cId="3072236882" sldId="258"/>
            <ac:spMk id="25" creationId="{38377E35-429F-A216-8839-983F824AA27D}"/>
          </ac:spMkLst>
        </pc:spChg>
        <pc:spChg chg="mod">
          <ac:chgData name="DORS Sebastien" userId="c8a8ab7e-62a9-47cc-be65-152bff4ab635" providerId="ADAL" clId="{33E94959-CDE2-43B6-9D83-0F64F62BF36D}" dt="2025-11-03T13:30:29.304" v="1436" actId="164"/>
          <ac:spMkLst>
            <pc:docMk/>
            <pc:sldMk cId="3072236882" sldId="258"/>
            <ac:spMk id="26" creationId="{8B1DCCE1-CBBC-73BE-61BB-6B3197F46EB4}"/>
          </ac:spMkLst>
        </pc:spChg>
        <pc:spChg chg="mod">
          <ac:chgData name="DORS Sebastien" userId="c8a8ab7e-62a9-47cc-be65-152bff4ab635" providerId="ADAL" clId="{33E94959-CDE2-43B6-9D83-0F64F62BF36D}" dt="2025-11-03T13:24:59.184" v="1374"/>
          <ac:spMkLst>
            <pc:docMk/>
            <pc:sldMk cId="3072236882" sldId="258"/>
            <ac:spMk id="27" creationId="{2D92ACC4-FF43-5C38-0BB5-D639CFB12DC4}"/>
          </ac:spMkLst>
        </pc:spChg>
        <pc:spChg chg="mod">
          <ac:chgData name="DORS Sebastien" userId="c8a8ab7e-62a9-47cc-be65-152bff4ab635" providerId="ADAL" clId="{33E94959-CDE2-43B6-9D83-0F64F62BF36D}" dt="2025-11-03T13:24:59.184" v="1374"/>
          <ac:spMkLst>
            <pc:docMk/>
            <pc:sldMk cId="3072236882" sldId="258"/>
            <ac:spMk id="35" creationId="{D5DDF8DF-F8A6-046D-5342-869388688EB6}"/>
          </ac:spMkLst>
        </pc:spChg>
        <pc:spChg chg="mod">
          <ac:chgData name="DORS Sebastien" userId="c8a8ab7e-62a9-47cc-be65-152bff4ab635" providerId="ADAL" clId="{33E94959-CDE2-43B6-9D83-0F64F62BF36D}" dt="2025-11-03T10:13:49.565" v="172"/>
          <ac:spMkLst>
            <pc:docMk/>
            <pc:sldMk cId="3072236882" sldId="258"/>
            <ac:spMk id="35" creationId="{F2E7318D-76DD-E743-B98F-08EAB6A97E5A}"/>
          </ac:spMkLst>
        </pc:spChg>
        <pc:spChg chg="mod">
          <ac:chgData name="DORS Sebastien" userId="c8a8ab7e-62a9-47cc-be65-152bff4ab635" providerId="ADAL" clId="{33E94959-CDE2-43B6-9D83-0F64F62BF36D}" dt="2025-11-03T13:24:59.184" v="1374"/>
          <ac:spMkLst>
            <pc:docMk/>
            <pc:sldMk cId="3072236882" sldId="258"/>
            <ac:spMk id="36" creationId="{B6C9E3B4-DEB0-CDBE-06BE-68B3D9674EE4}"/>
          </ac:spMkLst>
        </pc:spChg>
        <pc:spChg chg="mod">
          <ac:chgData name="DORS Sebastien" userId="c8a8ab7e-62a9-47cc-be65-152bff4ab635" providerId="ADAL" clId="{33E94959-CDE2-43B6-9D83-0F64F62BF36D}" dt="2025-11-03T10:13:49.565" v="172"/>
          <ac:spMkLst>
            <pc:docMk/>
            <pc:sldMk cId="3072236882" sldId="258"/>
            <ac:spMk id="36" creationId="{BF6892B8-AF46-AAB3-3C42-2F80048F3CA6}"/>
          </ac:spMkLst>
        </pc:spChg>
        <pc:spChg chg="mod">
          <ac:chgData name="DORS Sebastien" userId="c8a8ab7e-62a9-47cc-be65-152bff4ab635" providerId="ADAL" clId="{33E94959-CDE2-43B6-9D83-0F64F62BF36D}" dt="2025-11-03T13:24:59.184" v="1374"/>
          <ac:spMkLst>
            <pc:docMk/>
            <pc:sldMk cId="3072236882" sldId="258"/>
            <ac:spMk id="39" creationId="{3332BFF9-5A37-9C2E-D880-3CAED058C722}"/>
          </ac:spMkLst>
        </pc:spChg>
        <pc:spChg chg="mod">
          <ac:chgData name="DORS Sebastien" userId="c8a8ab7e-62a9-47cc-be65-152bff4ab635" providerId="ADAL" clId="{33E94959-CDE2-43B6-9D83-0F64F62BF36D}" dt="2025-11-03T10:13:49.565" v="172"/>
          <ac:spMkLst>
            <pc:docMk/>
            <pc:sldMk cId="3072236882" sldId="258"/>
            <ac:spMk id="39" creationId="{720D15FB-BF8F-FCB4-62DA-9E4AE8438EF8}"/>
          </ac:spMkLst>
        </pc:spChg>
        <pc:spChg chg="mod">
          <ac:chgData name="DORS Sebastien" userId="c8a8ab7e-62a9-47cc-be65-152bff4ab635" providerId="ADAL" clId="{33E94959-CDE2-43B6-9D83-0F64F62BF36D}" dt="2025-11-03T10:14:50.881" v="182"/>
          <ac:spMkLst>
            <pc:docMk/>
            <pc:sldMk cId="3072236882" sldId="258"/>
            <ac:spMk id="41" creationId="{373B4158-1898-73F5-A38F-62C834C37A35}"/>
          </ac:spMkLst>
        </pc:spChg>
        <pc:spChg chg="mod">
          <ac:chgData name="DORS Sebastien" userId="c8a8ab7e-62a9-47cc-be65-152bff4ab635" providerId="ADAL" clId="{33E94959-CDE2-43B6-9D83-0F64F62BF36D}" dt="2025-11-03T10:14:50.881" v="182"/>
          <ac:spMkLst>
            <pc:docMk/>
            <pc:sldMk cId="3072236882" sldId="258"/>
            <ac:spMk id="42" creationId="{D0671F16-2504-CB93-F2DA-D6EC4731B330}"/>
          </ac:spMkLst>
        </pc:spChg>
        <pc:spChg chg="mod">
          <ac:chgData name="DORS Sebastien" userId="c8a8ab7e-62a9-47cc-be65-152bff4ab635" providerId="ADAL" clId="{33E94959-CDE2-43B6-9D83-0F64F62BF36D}" dt="2025-11-03T10:14:50.881" v="182"/>
          <ac:spMkLst>
            <pc:docMk/>
            <pc:sldMk cId="3072236882" sldId="258"/>
            <ac:spMk id="43" creationId="{04532887-7DBD-61A2-15E1-03DA62126A05}"/>
          </ac:spMkLst>
        </pc:spChg>
        <pc:spChg chg="mod">
          <ac:chgData name="DORS Sebastien" userId="c8a8ab7e-62a9-47cc-be65-152bff4ab635" providerId="ADAL" clId="{33E94959-CDE2-43B6-9D83-0F64F62BF36D}" dt="2025-11-03T10:14:50.881" v="182"/>
          <ac:spMkLst>
            <pc:docMk/>
            <pc:sldMk cId="3072236882" sldId="258"/>
            <ac:spMk id="45" creationId="{ECA30F14-8751-B7DC-9793-0CC20DA4E047}"/>
          </ac:spMkLst>
        </pc:spChg>
        <pc:spChg chg="mod">
          <ac:chgData name="DORS Sebastien" userId="c8a8ab7e-62a9-47cc-be65-152bff4ab635" providerId="ADAL" clId="{33E94959-CDE2-43B6-9D83-0F64F62BF36D}" dt="2025-11-03T10:14:50.881" v="182"/>
          <ac:spMkLst>
            <pc:docMk/>
            <pc:sldMk cId="3072236882" sldId="258"/>
            <ac:spMk id="46" creationId="{6200B078-35D1-89EE-D0B2-3EF140095F24}"/>
          </ac:spMkLst>
        </pc:spChg>
        <pc:spChg chg="mod">
          <ac:chgData name="DORS Sebastien" userId="c8a8ab7e-62a9-47cc-be65-152bff4ab635" providerId="ADAL" clId="{33E94959-CDE2-43B6-9D83-0F64F62BF36D}" dt="2025-11-03T10:14:50.881" v="182"/>
          <ac:spMkLst>
            <pc:docMk/>
            <pc:sldMk cId="3072236882" sldId="258"/>
            <ac:spMk id="47" creationId="{28C05FF0-278F-31FC-5085-898D2B353C8D}"/>
          </ac:spMkLst>
        </pc:spChg>
        <pc:spChg chg="mod">
          <ac:chgData name="DORS Sebastien" userId="c8a8ab7e-62a9-47cc-be65-152bff4ab635" providerId="ADAL" clId="{33E94959-CDE2-43B6-9D83-0F64F62BF36D}" dt="2025-11-03T10:14:50.881" v="182"/>
          <ac:spMkLst>
            <pc:docMk/>
            <pc:sldMk cId="3072236882" sldId="258"/>
            <ac:spMk id="49" creationId="{7222FB9D-6C72-DC4C-C300-65A70A5FE2DE}"/>
          </ac:spMkLst>
        </pc:spChg>
        <pc:spChg chg="mod">
          <ac:chgData name="DORS Sebastien" userId="c8a8ab7e-62a9-47cc-be65-152bff4ab635" providerId="ADAL" clId="{33E94959-CDE2-43B6-9D83-0F64F62BF36D}" dt="2025-11-03T10:14:50.881" v="182"/>
          <ac:spMkLst>
            <pc:docMk/>
            <pc:sldMk cId="3072236882" sldId="258"/>
            <ac:spMk id="50" creationId="{BA572AE2-D2B6-2593-9D3A-3618180F516C}"/>
          </ac:spMkLst>
        </pc:spChg>
        <pc:spChg chg="mod">
          <ac:chgData name="DORS Sebastien" userId="c8a8ab7e-62a9-47cc-be65-152bff4ab635" providerId="ADAL" clId="{33E94959-CDE2-43B6-9D83-0F64F62BF36D}" dt="2025-11-03T10:14:50.881" v="182"/>
          <ac:spMkLst>
            <pc:docMk/>
            <pc:sldMk cId="3072236882" sldId="258"/>
            <ac:spMk id="51" creationId="{573FB3E9-3E26-FAE0-1F23-BE62C49C8A04}"/>
          </ac:spMkLst>
        </pc:spChg>
        <pc:spChg chg="add del mod">
          <ac:chgData name="DORS Sebastien" userId="c8a8ab7e-62a9-47cc-be65-152bff4ab635" providerId="ADAL" clId="{33E94959-CDE2-43B6-9D83-0F64F62BF36D}" dt="2025-11-03T10:15:00.773" v="186" actId="478"/>
          <ac:spMkLst>
            <pc:docMk/>
            <pc:sldMk cId="3072236882" sldId="258"/>
            <ac:spMk id="53" creationId="{8F314354-3ED3-41D3-3BCF-5A3E805A981F}"/>
          </ac:spMkLst>
        </pc:spChg>
        <pc:spChg chg="add mod">
          <ac:chgData name="DORS Sebastien" userId="c8a8ab7e-62a9-47cc-be65-152bff4ab635" providerId="ADAL" clId="{33E94959-CDE2-43B6-9D83-0F64F62BF36D}" dt="2025-11-03T10:19:35.500" v="218"/>
          <ac:spMkLst>
            <pc:docMk/>
            <pc:sldMk cId="3072236882" sldId="258"/>
            <ac:spMk id="55" creationId="{D6AED0B3-270B-DAB5-5223-23365CFED67C}"/>
          </ac:spMkLst>
        </pc:spChg>
        <pc:spChg chg="mod">
          <ac:chgData name="DORS Sebastien" userId="c8a8ab7e-62a9-47cc-be65-152bff4ab635" providerId="ADAL" clId="{33E94959-CDE2-43B6-9D83-0F64F62BF36D}" dt="2025-11-03T10:19:32.537" v="217"/>
          <ac:spMkLst>
            <pc:docMk/>
            <pc:sldMk cId="3072236882" sldId="258"/>
            <ac:spMk id="59" creationId="{914F2B26-1CBD-1D2B-D52A-90F68BA935BF}"/>
          </ac:spMkLst>
        </pc:spChg>
        <pc:spChg chg="mod">
          <ac:chgData name="DORS Sebastien" userId="c8a8ab7e-62a9-47cc-be65-152bff4ab635" providerId="ADAL" clId="{33E94959-CDE2-43B6-9D83-0F64F62BF36D}" dt="2025-11-03T10:19:32.537" v="217"/>
          <ac:spMkLst>
            <pc:docMk/>
            <pc:sldMk cId="3072236882" sldId="258"/>
            <ac:spMk id="60" creationId="{D7E0E59F-23BF-EDE6-4D2A-7FA6C05AF383}"/>
          </ac:spMkLst>
        </pc:spChg>
        <pc:spChg chg="mod">
          <ac:chgData name="DORS Sebastien" userId="c8a8ab7e-62a9-47cc-be65-152bff4ab635" providerId="ADAL" clId="{33E94959-CDE2-43B6-9D83-0F64F62BF36D}" dt="2025-11-03T10:19:32.537" v="217"/>
          <ac:spMkLst>
            <pc:docMk/>
            <pc:sldMk cId="3072236882" sldId="258"/>
            <ac:spMk id="61" creationId="{D7D81D55-A284-E89A-186D-2A0491BC8240}"/>
          </ac:spMkLst>
        </pc:spChg>
        <pc:spChg chg="mod">
          <ac:chgData name="DORS Sebastien" userId="c8a8ab7e-62a9-47cc-be65-152bff4ab635" providerId="ADAL" clId="{33E94959-CDE2-43B6-9D83-0F64F62BF36D}" dt="2025-11-03T10:19:32.537" v="217"/>
          <ac:spMkLst>
            <pc:docMk/>
            <pc:sldMk cId="3072236882" sldId="258"/>
            <ac:spMk id="65" creationId="{E2D46BC6-9C90-42A5-D38C-53D8244E3FD4}"/>
          </ac:spMkLst>
        </pc:spChg>
        <pc:spChg chg="mod">
          <ac:chgData name="DORS Sebastien" userId="c8a8ab7e-62a9-47cc-be65-152bff4ab635" providerId="ADAL" clId="{33E94959-CDE2-43B6-9D83-0F64F62BF36D}" dt="2025-11-03T10:19:32.537" v="217"/>
          <ac:spMkLst>
            <pc:docMk/>
            <pc:sldMk cId="3072236882" sldId="258"/>
            <ac:spMk id="66" creationId="{64C2A386-6BB3-36AB-30E8-AB21C25A2D17}"/>
          </ac:spMkLst>
        </pc:spChg>
        <pc:spChg chg="mod">
          <ac:chgData name="DORS Sebastien" userId="c8a8ab7e-62a9-47cc-be65-152bff4ab635" providerId="ADAL" clId="{33E94959-CDE2-43B6-9D83-0F64F62BF36D}" dt="2025-11-03T10:19:32.537" v="217"/>
          <ac:spMkLst>
            <pc:docMk/>
            <pc:sldMk cId="3072236882" sldId="258"/>
            <ac:spMk id="67" creationId="{34913EC2-61FF-8816-6B8D-AA37417ACC26}"/>
          </ac:spMkLst>
        </pc:spChg>
        <pc:spChg chg="mod">
          <ac:chgData name="DORS Sebastien" userId="c8a8ab7e-62a9-47cc-be65-152bff4ab635" providerId="ADAL" clId="{33E94959-CDE2-43B6-9D83-0F64F62BF36D}" dt="2025-11-03T10:19:32.537" v="217"/>
          <ac:spMkLst>
            <pc:docMk/>
            <pc:sldMk cId="3072236882" sldId="258"/>
            <ac:spMk id="71" creationId="{138D8992-AC7F-852A-7D05-36DE503AE775}"/>
          </ac:spMkLst>
        </pc:spChg>
        <pc:spChg chg="mod">
          <ac:chgData name="DORS Sebastien" userId="c8a8ab7e-62a9-47cc-be65-152bff4ab635" providerId="ADAL" clId="{33E94959-CDE2-43B6-9D83-0F64F62BF36D}" dt="2025-11-03T10:19:32.537" v="217"/>
          <ac:spMkLst>
            <pc:docMk/>
            <pc:sldMk cId="3072236882" sldId="258"/>
            <ac:spMk id="72" creationId="{AC56EF58-6901-777B-7548-6C0630DD96FB}"/>
          </ac:spMkLst>
        </pc:spChg>
        <pc:spChg chg="mod">
          <ac:chgData name="DORS Sebastien" userId="c8a8ab7e-62a9-47cc-be65-152bff4ab635" providerId="ADAL" clId="{33E94959-CDE2-43B6-9D83-0F64F62BF36D}" dt="2025-11-03T10:19:32.537" v="217"/>
          <ac:spMkLst>
            <pc:docMk/>
            <pc:sldMk cId="3072236882" sldId="258"/>
            <ac:spMk id="73" creationId="{4FA027B8-BBB8-4B38-FC5A-67099FB27D56}"/>
          </ac:spMkLst>
        </pc:spChg>
        <pc:spChg chg="mod">
          <ac:chgData name="DORS Sebastien" userId="c8a8ab7e-62a9-47cc-be65-152bff4ab635" providerId="ADAL" clId="{33E94959-CDE2-43B6-9D83-0F64F62BF36D}" dt="2025-11-03T10:19:43.162" v="221"/>
          <ac:spMkLst>
            <pc:docMk/>
            <pc:sldMk cId="3072236882" sldId="258"/>
            <ac:spMk id="77" creationId="{01660EAB-9A5B-6DF1-957A-1A9B6078E00F}"/>
          </ac:spMkLst>
        </pc:spChg>
        <pc:spChg chg="mod">
          <ac:chgData name="DORS Sebastien" userId="c8a8ab7e-62a9-47cc-be65-152bff4ab635" providerId="ADAL" clId="{33E94959-CDE2-43B6-9D83-0F64F62BF36D}" dt="2025-11-03T10:19:43.162" v="221"/>
          <ac:spMkLst>
            <pc:docMk/>
            <pc:sldMk cId="3072236882" sldId="258"/>
            <ac:spMk id="78" creationId="{EAC2C277-99BF-2B3A-BF3C-DB091E564051}"/>
          </ac:spMkLst>
        </pc:spChg>
        <pc:spChg chg="mod">
          <ac:chgData name="DORS Sebastien" userId="c8a8ab7e-62a9-47cc-be65-152bff4ab635" providerId="ADAL" clId="{33E94959-CDE2-43B6-9D83-0F64F62BF36D}" dt="2025-11-03T10:19:43.162" v="221"/>
          <ac:spMkLst>
            <pc:docMk/>
            <pc:sldMk cId="3072236882" sldId="258"/>
            <ac:spMk id="79" creationId="{55E5B1B9-869D-67E5-EC94-C43011DDF41B}"/>
          </ac:spMkLst>
        </pc:spChg>
        <pc:spChg chg="mod">
          <ac:chgData name="DORS Sebastien" userId="c8a8ab7e-62a9-47cc-be65-152bff4ab635" providerId="ADAL" clId="{33E94959-CDE2-43B6-9D83-0F64F62BF36D}" dt="2025-11-03T10:19:43.162" v="221"/>
          <ac:spMkLst>
            <pc:docMk/>
            <pc:sldMk cId="3072236882" sldId="258"/>
            <ac:spMk id="83" creationId="{89F7D47A-B6EF-A89B-556B-1EEF7454D2A9}"/>
          </ac:spMkLst>
        </pc:spChg>
        <pc:spChg chg="mod">
          <ac:chgData name="DORS Sebastien" userId="c8a8ab7e-62a9-47cc-be65-152bff4ab635" providerId="ADAL" clId="{33E94959-CDE2-43B6-9D83-0F64F62BF36D}" dt="2025-11-03T10:19:43.162" v="221"/>
          <ac:spMkLst>
            <pc:docMk/>
            <pc:sldMk cId="3072236882" sldId="258"/>
            <ac:spMk id="84" creationId="{1D5ACC1D-3430-623A-7BE1-0C65DAF9B649}"/>
          </ac:spMkLst>
        </pc:spChg>
        <pc:spChg chg="mod">
          <ac:chgData name="DORS Sebastien" userId="c8a8ab7e-62a9-47cc-be65-152bff4ab635" providerId="ADAL" clId="{33E94959-CDE2-43B6-9D83-0F64F62BF36D}" dt="2025-11-03T10:19:43.162" v="221"/>
          <ac:spMkLst>
            <pc:docMk/>
            <pc:sldMk cId="3072236882" sldId="258"/>
            <ac:spMk id="85" creationId="{389B225D-747E-66AB-DC4D-2A715FB99C17}"/>
          </ac:spMkLst>
        </pc:spChg>
        <pc:spChg chg="mod">
          <ac:chgData name="DORS Sebastien" userId="c8a8ab7e-62a9-47cc-be65-152bff4ab635" providerId="ADAL" clId="{33E94959-CDE2-43B6-9D83-0F64F62BF36D}" dt="2025-11-03T10:19:43.162" v="221"/>
          <ac:spMkLst>
            <pc:docMk/>
            <pc:sldMk cId="3072236882" sldId="258"/>
            <ac:spMk id="89" creationId="{DA9B0ADD-9842-D219-239C-B43BB0C084C9}"/>
          </ac:spMkLst>
        </pc:spChg>
        <pc:spChg chg="mod">
          <ac:chgData name="DORS Sebastien" userId="c8a8ab7e-62a9-47cc-be65-152bff4ab635" providerId="ADAL" clId="{33E94959-CDE2-43B6-9D83-0F64F62BF36D}" dt="2025-11-03T10:19:43.162" v="221"/>
          <ac:spMkLst>
            <pc:docMk/>
            <pc:sldMk cId="3072236882" sldId="258"/>
            <ac:spMk id="90" creationId="{76F6ED74-1183-12F0-8CF6-2A12C50EAA13}"/>
          </ac:spMkLst>
        </pc:spChg>
        <pc:spChg chg="mod">
          <ac:chgData name="DORS Sebastien" userId="c8a8ab7e-62a9-47cc-be65-152bff4ab635" providerId="ADAL" clId="{33E94959-CDE2-43B6-9D83-0F64F62BF36D}" dt="2025-11-03T10:19:43.162" v="221"/>
          <ac:spMkLst>
            <pc:docMk/>
            <pc:sldMk cId="3072236882" sldId="258"/>
            <ac:spMk id="91" creationId="{027DF0A0-3C27-FD95-568C-46BA75357B1E}"/>
          </ac:spMkLst>
        </pc:spChg>
        <pc:grpChg chg="add mod">
          <ac:chgData name="DORS Sebastien" userId="c8a8ab7e-62a9-47cc-be65-152bff4ab635" providerId="ADAL" clId="{33E94959-CDE2-43B6-9D83-0F64F62BF36D}" dt="2025-11-03T13:25:10.838" v="1379" actId="1076"/>
          <ac:grpSpMkLst>
            <pc:docMk/>
            <pc:sldMk cId="3072236882" sldId="258"/>
            <ac:grpSpMk id="4" creationId="{D14C643A-82AF-9E51-D341-2D1571A7B0F5}"/>
          </ac:grpSpMkLst>
        </pc:grpChg>
        <pc:grpChg chg="mod">
          <ac:chgData name="DORS Sebastien" userId="c8a8ab7e-62a9-47cc-be65-152bff4ab635" providerId="ADAL" clId="{33E94959-CDE2-43B6-9D83-0F64F62BF36D}" dt="2025-11-03T13:25:16.302" v="1380" actId="1076"/>
          <ac:grpSpMkLst>
            <pc:docMk/>
            <pc:sldMk cId="3072236882" sldId="258"/>
            <ac:grpSpMk id="14" creationId="{CC5DEB83-D586-B2A5-1AAE-BEF12A22D7E0}"/>
          </ac:grpSpMkLst>
        </pc:grpChg>
        <pc:grpChg chg="add del mod">
          <ac:chgData name="DORS Sebastien" userId="c8a8ab7e-62a9-47cc-be65-152bff4ab635" providerId="ADAL" clId="{33E94959-CDE2-43B6-9D83-0F64F62BF36D}" dt="2025-11-03T10:14:50.077" v="181" actId="478"/>
          <ac:grpSpMkLst>
            <pc:docMk/>
            <pc:sldMk cId="3072236882" sldId="258"/>
            <ac:grpSpMk id="27" creationId="{A381EBD3-5534-0FCA-7167-601481A773E0}"/>
          </ac:grpSpMkLst>
        </pc:grpChg>
        <pc:grpChg chg="add del mod">
          <ac:chgData name="DORS Sebastien" userId="c8a8ab7e-62a9-47cc-be65-152bff4ab635" providerId="ADAL" clId="{33E94959-CDE2-43B6-9D83-0F64F62BF36D}" dt="2025-11-03T10:14:50.077" v="181" actId="478"/>
          <ac:grpSpMkLst>
            <pc:docMk/>
            <pc:sldMk cId="3072236882" sldId="258"/>
            <ac:grpSpMk id="29" creationId="{929AA3EF-B029-C581-A918-ADAF659EF567}"/>
          </ac:grpSpMkLst>
        </pc:grpChg>
        <pc:grpChg chg="mod">
          <ac:chgData name="DORS Sebastien" userId="c8a8ab7e-62a9-47cc-be65-152bff4ab635" providerId="ADAL" clId="{33E94959-CDE2-43B6-9D83-0F64F62BF36D}" dt="2025-11-03T13:25:25.436" v="1384" actId="1076"/>
          <ac:grpSpMkLst>
            <pc:docMk/>
            <pc:sldMk cId="3072236882" sldId="258"/>
            <ac:grpSpMk id="29" creationId="{D04F262D-59B7-F438-0E87-0C2E3FA61222}"/>
          </ac:grpSpMkLst>
        </pc:grpChg>
        <pc:grpChg chg="add del mod">
          <ac:chgData name="DORS Sebastien" userId="c8a8ab7e-62a9-47cc-be65-152bff4ab635" providerId="ADAL" clId="{33E94959-CDE2-43B6-9D83-0F64F62BF36D}" dt="2025-11-03T10:14:22.651" v="178" actId="478"/>
          <ac:grpSpMkLst>
            <pc:docMk/>
            <pc:sldMk cId="3072236882" sldId="258"/>
            <ac:grpSpMk id="33" creationId="{18951526-01E8-C171-ED92-5CA61D1D3A20}"/>
          </ac:grpSpMkLst>
        </pc:grpChg>
        <pc:grpChg chg="add del mod">
          <ac:chgData name="DORS Sebastien" userId="c8a8ab7e-62a9-47cc-be65-152bff4ab635" providerId="ADAL" clId="{33E94959-CDE2-43B6-9D83-0F64F62BF36D}" dt="2025-11-03T10:14:50.077" v="181" actId="478"/>
          <ac:grpSpMkLst>
            <pc:docMk/>
            <pc:sldMk cId="3072236882" sldId="258"/>
            <ac:grpSpMk id="34" creationId="{61FF055E-FF30-0764-5E65-C6C01CBC821D}"/>
          </ac:grpSpMkLst>
        </pc:grpChg>
        <pc:grpChg chg="add del mod">
          <ac:chgData name="DORS Sebastien" userId="c8a8ab7e-62a9-47cc-be65-152bff4ab635" providerId="ADAL" clId="{33E94959-CDE2-43B6-9D83-0F64F62BF36D}" dt="2025-11-03T10:19:42.647" v="220" actId="478"/>
          <ac:grpSpMkLst>
            <pc:docMk/>
            <pc:sldMk cId="3072236882" sldId="258"/>
            <ac:grpSpMk id="40" creationId="{8C9606D0-8354-EAA8-CA93-F333D53D9A1A}"/>
          </ac:grpSpMkLst>
        </pc:grpChg>
        <pc:grpChg chg="add del mod">
          <ac:chgData name="DORS Sebastien" userId="c8a8ab7e-62a9-47cc-be65-152bff4ab635" providerId="ADAL" clId="{33E94959-CDE2-43B6-9D83-0F64F62BF36D}" dt="2025-11-03T10:19:42.647" v="220" actId="478"/>
          <ac:grpSpMkLst>
            <pc:docMk/>
            <pc:sldMk cId="3072236882" sldId="258"/>
            <ac:grpSpMk id="44" creationId="{67A9E9F7-E994-AE7C-47A9-3F26A7DC6D58}"/>
          </ac:grpSpMkLst>
        </pc:grpChg>
        <pc:grpChg chg="add del mod">
          <ac:chgData name="DORS Sebastien" userId="c8a8ab7e-62a9-47cc-be65-152bff4ab635" providerId="ADAL" clId="{33E94959-CDE2-43B6-9D83-0F64F62BF36D}" dt="2025-11-03T10:19:42.647" v="220" actId="478"/>
          <ac:grpSpMkLst>
            <pc:docMk/>
            <pc:sldMk cId="3072236882" sldId="258"/>
            <ac:grpSpMk id="48" creationId="{AD3AB69E-5475-6281-593F-EC8098ED3CAD}"/>
          </ac:grpSpMkLst>
        </pc:grpChg>
        <pc:grpChg chg="del mod">
          <ac:chgData name="DORS Sebastien" userId="c8a8ab7e-62a9-47cc-be65-152bff4ab635" providerId="ADAL" clId="{33E94959-CDE2-43B6-9D83-0F64F62BF36D}" dt="2025-11-03T13:24:53.817" v="1373" actId="478"/>
          <ac:grpSpMkLst>
            <pc:docMk/>
            <pc:sldMk cId="3072236882" sldId="258"/>
            <ac:grpSpMk id="74" creationId="{698A400C-E124-A104-F8EE-DDC8759E392A}"/>
          </ac:grpSpMkLst>
        </pc:grpChg>
        <pc:grpChg chg="mod">
          <ac:chgData name="DORS Sebastien" userId="c8a8ab7e-62a9-47cc-be65-152bff4ab635" providerId="ADAL" clId="{33E94959-CDE2-43B6-9D83-0F64F62BF36D}" dt="2025-11-03T10:19:43.162" v="221"/>
          <ac:grpSpMkLst>
            <pc:docMk/>
            <pc:sldMk cId="3072236882" sldId="258"/>
            <ac:grpSpMk id="75" creationId="{F16F895B-1A6B-0633-10D3-C0BAD243D193}"/>
          </ac:grpSpMkLst>
        </pc:grpChg>
        <pc:grpChg chg="del mod">
          <ac:chgData name="DORS Sebastien" userId="c8a8ab7e-62a9-47cc-be65-152bff4ab635" providerId="ADAL" clId="{33E94959-CDE2-43B6-9D83-0F64F62BF36D}" dt="2025-11-03T13:24:53.817" v="1373" actId="478"/>
          <ac:grpSpMkLst>
            <pc:docMk/>
            <pc:sldMk cId="3072236882" sldId="258"/>
            <ac:grpSpMk id="80" creationId="{C634A038-193F-5C4B-204C-B3A24EA74610}"/>
          </ac:grpSpMkLst>
        </pc:grpChg>
        <pc:grpChg chg="del mod">
          <ac:chgData name="DORS Sebastien" userId="c8a8ab7e-62a9-47cc-be65-152bff4ab635" providerId="ADAL" clId="{33E94959-CDE2-43B6-9D83-0F64F62BF36D}" dt="2025-11-03T13:24:53.817" v="1373" actId="478"/>
          <ac:grpSpMkLst>
            <pc:docMk/>
            <pc:sldMk cId="3072236882" sldId="258"/>
            <ac:grpSpMk id="86" creationId="{E52D9351-A845-6F08-D553-907FB477E328}"/>
          </ac:grpSpMkLst>
        </pc:grpChg>
        <pc:picChg chg="mod">
          <ac:chgData name="DORS Sebastien" userId="c8a8ab7e-62a9-47cc-be65-152bff4ab635" providerId="ADAL" clId="{33E94959-CDE2-43B6-9D83-0F64F62BF36D}" dt="2025-11-03T10:01:18.294" v="80" actId="1076"/>
          <ac:picMkLst>
            <pc:docMk/>
            <pc:sldMk cId="3072236882" sldId="258"/>
            <ac:picMk id="13" creationId="{3318D9BE-4837-3908-0970-3637A4EDB4A6}"/>
          </ac:picMkLst>
        </pc:picChg>
        <pc:picChg chg="mod">
          <ac:chgData name="DORS Sebastien" userId="c8a8ab7e-62a9-47cc-be65-152bff4ab635" providerId="ADAL" clId="{33E94959-CDE2-43B6-9D83-0F64F62BF36D}" dt="2025-11-03T10:01:02.579" v="75" actId="34136"/>
          <ac:picMkLst>
            <pc:docMk/>
            <pc:sldMk cId="3072236882" sldId="258"/>
            <ac:picMk id="15" creationId="{245FAB03-6FD4-92B9-90D1-0A59786FA7E6}"/>
          </ac:picMkLst>
        </pc:picChg>
        <pc:picChg chg="mod">
          <ac:chgData name="DORS Sebastien" userId="c8a8ab7e-62a9-47cc-be65-152bff4ab635" providerId="ADAL" clId="{33E94959-CDE2-43B6-9D83-0F64F62BF36D}" dt="2025-11-03T13:30:29.304" v="1436" actId="164"/>
          <ac:picMkLst>
            <pc:docMk/>
            <pc:sldMk cId="3072236882" sldId="258"/>
            <ac:picMk id="17" creationId="{3D7ABB47-AD75-23B6-AE5C-AE2F81D6572E}"/>
          </ac:picMkLst>
        </pc:picChg>
        <pc:cxnChg chg="del">
          <ac:chgData name="DORS Sebastien" userId="c8a8ab7e-62a9-47cc-be65-152bff4ab635" providerId="ADAL" clId="{33E94959-CDE2-43B6-9D83-0F64F62BF36D}" dt="2025-11-03T10:14:50.077" v="181" actId="478"/>
          <ac:cxnSpMkLst>
            <pc:docMk/>
            <pc:sldMk cId="3072236882" sldId="258"/>
            <ac:cxnSpMk id="23" creationId="{7485D7C1-72DC-A5F0-7DBB-E2DB2F11D931}"/>
          </ac:cxnSpMkLst>
        </pc:cxnChg>
        <pc:cxnChg chg="del mod ord">
          <ac:chgData name="DORS Sebastien" userId="c8a8ab7e-62a9-47cc-be65-152bff4ab635" providerId="ADAL" clId="{33E94959-CDE2-43B6-9D83-0F64F62BF36D}" dt="2025-11-03T10:17:00.550" v="203" actId="478"/>
          <ac:cxnSpMkLst>
            <pc:docMk/>
            <pc:sldMk cId="3072236882" sldId="258"/>
            <ac:cxnSpMk id="52" creationId="{F8481552-12BD-1655-7400-2B9EBA30CC77}"/>
          </ac:cxnSpMkLst>
        </pc:cxnChg>
        <pc:cxnChg chg="add del mod">
          <ac:chgData name="DORS Sebastien" userId="c8a8ab7e-62a9-47cc-be65-152bff4ab635" providerId="ADAL" clId="{33E94959-CDE2-43B6-9D83-0F64F62BF36D}" dt="2025-11-03T10:19:42.647" v="220" actId="478"/>
          <ac:cxnSpMkLst>
            <pc:docMk/>
            <pc:sldMk cId="3072236882" sldId="258"/>
            <ac:cxnSpMk id="54" creationId="{FA78FC8A-FDE9-5B23-CCA9-382A1180B647}"/>
          </ac:cxnSpMkLst>
        </pc:cxnChg>
      </pc:sldChg>
      <pc:sldChg chg="addSp delSp modSp mod modTransition modAnim">
        <pc:chgData name="DORS Sebastien" userId="c8a8ab7e-62a9-47cc-be65-152bff4ab635" providerId="ADAL" clId="{33E94959-CDE2-43B6-9D83-0F64F62BF36D}" dt="2025-11-03T13:36:27.412" v="1485" actId="478"/>
        <pc:sldMkLst>
          <pc:docMk/>
          <pc:sldMk cId="3890140898" sldId="259"/>
        </pc:sldMkLst>
        <pc:spChg chg="add del">
          <ac:chgData name="DORS Sebastien" userId="c8a8ab7e-62a9-47cc-be65-152bff4ab635" providerId="ADAL" clId="{33E94959-CDE2-43B6-9D83-0F64F62BF36D}" dt="2025-11-03T10:10:24.487" v="135" actId="478"/>
          <ac:spMkLst>
            <pc:docMk/>
            <pc:sldMk cId="3890140898" sldId="259"/>
            <ac:spMk id="3" creationId="{425921BA-C977-1514-9A4E-454D1D6A41F2}"/>
          </ac:spMkLst>
        </pc:spChg>
        <pc:spChg chg="mod">
          <ac:chgData name="DORS Sebastien" userId="c8a8ab7e-62a9-47cc-be65-152bff4ab635" providerId="ADAL" clId="{33E94959-CDE2-43B6-9D83-0F64F62BF36D}" dt="2025-11-03T10:12:16.677" v="154" actId="164"/>
          <ac:spMkLst>
            <pc:docMk/>
            <pc:sldMk cId="3890140898" sldId="259"/>
            <ac:spMk id="4" creationId="{AB857537-BFD4-E1DF-E1D0-5C6D80F95C68}"/>
          </ac:spMkLst>
        </pc:spChg>
        <pc:spChg chg="add del mod">
          <ac:chgData name="DORS Sebastien" userId="c8a8ab7e-62a9-47cc-be65-152bff4ab635" providerId="ADAL" clId="{33E94959-CDE2-43B6-9D83-0F64F62BF36D}" dt="2025-11-03T10:12:20.296" v="155" actId="164"/>
          <ac:spMkLst>
            <pc:docMk/>
            <pc:sldMk cId="3890140898" sldId="259"/>
            <ac:spMk id="5" creationId="{D739FC71-526A-3C10-0ECF-4931961E93AD}"/>
          </ac:spMkLst>
        </pc:spChg>
        <pc:spChg chg="add del mod">
          <ac:chgData name="DORS Sebastien" userId="c8a8ab7e-62a9-47cc-be65-152bff4ab635" providerId="ADAL" clId="{33E94959-CDE2-43B6-9D83-0F64F62BF36D}" dt="2025-11-03T10:12:33.447" v="156" actId="164"/>
          <ac:spMkLst>
            <pc:docMk/>
            <pc:sldMk cId="3890140898" sldId="259"/>
            <ac:spMk id="6" creationId="{9F6175CC-3C7B-2586-266E-2A77B6E602AB}"/>
          </ac:spMkLst>
        </pc:spChg>
        <pc:spChg chg="add del mod">
          <ac:chgData name="DORS Sebastien" userId="c8a8ab7e-62a9-47cc-be65-152bff4ab635" providerId="ADAL" clId="{33E94959-CDE2-43B6-9D83-0F64F62BF36D}" dt="2025-11-03T13:25:41.755" v="1385" actId="478"/>
          <ac:spMkLst>
            <pc:docMk/>
            <pc:sldMk cId="3890140898" sldId="259"/>
            <ac:spMk id="7" creationId="{B5A06CDA-8465-13A1-1161-12B15AB2E406}"/>
          </ac:spMkLst>
        </pc:spChg>
        <pc:spChg chg="mod">
          <ac:chgData name="DORS Sebastien" userId="c8a8ab7e-62a9-47cc-be65-152bff4ab635" providerId="ADAL" clId="{33E94959-CDE2-43B6-9D83-0F64F62BF36D}" dt="2025-11-03T10:12:16.677" v="154" actId="164"/>
          <ac:spMkLst>
            <pc:docMk/>
            <pc:sldMk cId="3890140898" sldId="259"/>
            <ac:spMk id="8" creationId="{D9E5259A-F13F-FBC3-267A-8BEE85A5C6FA}"/>
          </ac:spMkLst>
        </pc:spChg>
        <pc:spChg chg="add del mod">
          <ac:chgData name="DORS Sebastien" userId="c8a8ab7e-62a9-47cc-be65-152bff4ab635" providerId="ADAL" clId="{33E94959-CDE2-43B6-9D83-0F64F62BF36D}" dt="2025-11-03T13:25:41.755" v="1385" actId="478"/>
          <ac:spMkLst>
            <pc:docMk/>
            <pc:sldMk cId="3890140898" sldId="259"/>
            <ac:spMk id="9" creationId="{97A8D7A3-4284-9BE9-FA7C-5E10818E0AD2}"/>
          </ac:spMkLst>
        </pc:spChg>
        <pc:spChg chg="add del mod">
          <ac:chgData name="DORS Sebastien" userId="c8a8ab7e-62a9-47cc-be65-152bff4ab635" providerId="ADAL" clId="{33E94959-CDE2-43B6-9D83-0F64F62BF36D}" dt="2025-11-03T13:25:41.755" v="1385" actId="478"/>
          <ac:spMkLst>
            <pc:docMk/>
            <pc:sldMk cId="3890140898" sldId="259"/>
            <ac:spMk id="10" creationId="{7CC6281A-1A2A-75C0-9E51-A95CBA23F420}"/>
          </ac:spMkLst>
        </pc:spChg>
        <pc:spChg chg="add del mod">
          <ac:chgData name="DORS Sebastien" userId="c8a8ab7e-62a9-47cc-be65-152bff4ab635" providerId="ADAL" clId="{33E94959-CDE2-43B6-9D83-0F64F62BF36D}" dt="2025-11-03T13:25:41.755" v="1385" actId="478"/>
          <ac:spMkLst>
            <pc:docMk/>
            <pc:sldMk cId="3890140898" sldId="259"/>
            <ac:spMk id="11" creationId="{410B0298-75AB-4FAD-4239-92E2A09BCE68}"/>
          </ac:spMkLst>
        </pc:spChg>
        <pc:spChg chg="mod">
          <ac:chgData name="DORS Sebastien" userId="c8a8ab7e-62a9-47cc-be65-152bff4ab635" providerId="ADAL" clId="{33E94959-CDE2-43B6-9D83-0F64F62BF36D}" dt="2025-11-03T10:12:16.677" v="154" actId="164"/>
          <ac:spMkLst>
            <pc:docMk/>
            <pc:sldMk cId="3890140898" sldId="259"/>
            <ac:spMk id="12" creationId="{7EB4C1D9-48B6-9DA1-1758-2474CFC8248D}"/>
          </ac:spMkLst>
        </pc:spChg>
        <pc:spChg chg="add del mod">
          <ac:chgData name="DORS Sebastien" userId="c8a8ab7e-62a9-47cc-be65-152bff4ab635" providerId="ADAL" clId="{33E94959-CDE2-43B6-9D83-0F64F62BF36D}" dt="2025-11-03T13:25:41.755" v="1385" actId="478"/>
          <ac:spMkLst>
            <pc:docMk/>
            <pc:sldMk cId="3890140898" sldId="259"/>
            <ac:spMk id="13" creationId="{A11587D5-B72D-F4CE-9908-628BC2744E36}"/>
          </ac:spMkLst>
        </pc:spChg>
        <pc:spChg chg="add del mod">
          <ac:chgData name="DORS Sebastien" userId="c8a8ab7e-62a9-47cc-be65-152bff4ab635" providerId="ADAL" clId="{33E94959-CDE2-43B6-9D83-0F64F62BF36D}" dt="2025-11-03T10:12:20.296" v="155" actId="164"/>
          <ac:spMkLst>
            <pc:docMk/>
            <pc:sldMk cId="3890140898" sldId="259"/>
            <ac:spMk id="14" creationId="{44776B7F-DDDC-57F8-6E99-55FCA2B3B2F0}"/>
          </ac:spMkLst>
        </pc:spChg>
        <pc:spChg chg="add del mod">
          <ac:chgData name="DORS Sebastien" userId="c8a8ab7e-62a9-47cc-be65-152bff4ab635" providerId="ADAL" clId="{33E94959-CDE2-43B6-9D83-0F64F62BF36D}" dt="2025-11-03T10:12:20.296" v="155" actId="164"/>
          <ac:spMkLst>
            <pc:docMk/>
            <pc:sldMk cId="3890140898" sldId="259"/>
            <ac:spMk id="15" creationId="{EAF94A0B-1753-8485-D41A-3FFB4308E4F7}"/>
          </ac:spMkLst>
        </pc:spChg>
        <pc:spChg chg="add del mod">
          <ac:chgData name="DORS Sebastien" userId="c8a8ab7e-62a9-47cc-be65-152bff4ab635" providerId="ADAL" clId="{33E94959-CDE2-43B6-9D83-0F64F62BF36D}" dt="2025-11-03T10:12:33.447" v="156" actId="164"/>
          <ac:spMkLst>
            <pc:docMk/>
            <pc:sldMk cId="3890140898" sldId="259"/>
            <ac:spMk id="16" creationId="{E3617C7F-16C3-E977-F565-EFB9FF5C64F0}"/>
          </ac:spMkLst>
        </pc:spChg>
        <pc:spChg chg="add del mod">
          <ac:chgData name="DORS Sebastien" userId="c8a8ab7e-62a9-47cc-be65-152bff4ab635" providerId="ADAL" clId="{33E94959-CDE2-43B6-9D83-0F64F62BF36D}" dt="2025-11-03T10:12:33.447" v="156" actId="164"/>
          <ac:spMkLst>
            <pc:docMk/>
            <pc:sldMk cId="3890140898" sldId="259"/>
            <ac:spMk id="17" creationId="{FAA4EA72-37C2-A0E0-1CF1-7BAB8179737E}"/>
          </ac:spMkLst>
        </pc:spChg>
        <pc:spChg chg="add del mod">
          <ac:chgData name="DORS Sebastien" userId="c8a8ab7e-62a9-47cc-be65-152bff4ab635" providerId="ADAL" clId="{33E94959-CDE2-43B6-9D83-0F64F62BF36D}" dt="2025-11-03T13:25:41.755" v="1385" actId="478"/>
          <ac:spMkLst>
            <pc:docMk/>
            <pc:sldMk cId="3890140898" sldId="259"/>
            <ac:spMk id="19" creationId="{133FE550-9CD4-5413-A128-BF01C89C12CD}"/>
          </ac:spMkLst>
        </pc:spChg>
        <pc:spChg chg="add del mod">
          <ac:chgData name="DORS Sebastien" userId="c8a8ab7e-62a9-47cc-be65-152bff4ab635" providerId="ADAL" clId="{33E94959-CDE2-43B6-9D83-0F64F62BF36D}" dt="2025-11-03T13:25:41.755" v="1385" actId="478"/>
          <ac:spMkLst>
            <pc:docMk/>
            <pc:sldMk cId="3890140898" sldId="259"/>
            <ac:spMk id="23" creationId="{F3C0F752-13F4-66D6-8A22-4119271923FA}"/>
          </ac:spMkLst>
        </pc:spChg>
        <pc:spChg chg="add del mod">
          <ac:chgData name="DORS Sebastien" userId="c8a8ab7e-62a9-47cc-be65-152bff4ab635" providerId="ADAL" clId="{33E94959-CDE2-43B6-9D83-0F64F62BF36D}" dt="2025-11-03T13:25:41.755" v="1385" actId="478"/>
          <ac:spMkLst>
            <pc:docMk/>
            <pc:sldMk cId="3890140898" sldId="259"/>
            <ac:spMk id="24" creationId="{D2F5EF97-4CBD-3F65-96CF-4D6770D437F0}"/>
          </ac:spMkLst>
        </pc:spChg>
        <pc:spChg chg="add del mod">
          <ac:chgData name="DORS Sebastien" userId="c8a8ab7e-62a9-47cc-be65-152bff4ab635" providerId="ADAL" clId="{33E94959-CDE2-43B6-9D83-0F64F62BF36D}" dt="2025-11-03T13:25:41.755" v="1385" actId="478"/>
          <ac:spMkLst>
            <pc:docMk/>
            <pc:sldMk cId="3890140898" sldId="259"/>
            <ac:spMk id="25" creationId="{9BC67E8C-8C6C-31CB-0FE6-479996D43D7C}"/>
          </ac:spMkLst>
        </pc:spChg>
        <pc:spChg chg="add del mod">
          <ac:chgData name="DORS Sebastien" userId="c8a8ab7e-62a9-47cc-be65-152bff4ab635" providerId="ADAL" clId="{33E94959-CDE2-43B6-9D83-0F64F62BF36D}" dt="2025-11-03T10:22:07.714" v="253" actId="478"/>
          <ac:spMkLst>
            <pc:docMk/>
            <pc:sldMk cId="3890140898" sldId="259"/>
            <ac:spMk id="32" creationId="{F9045748-F099-750C-0B7D-226C78786F54}"/>
          </ac:spMkLst>
        </pc:spChg>
        <pc:spChg chg="add del mod">
          <ac:chgData name="DORS Sebastien" userId="c8a8ab7e-62a9-47cc-be65-152bff4ab635" providerId="ADAL" clId="{33E94959-CDE2-43B6-9D83-0F64F62BF36D}" dt="2025-11-03T10:22:07.714" v="253" actId="478"/>
          <ac:spMkLst>
            <pc:docMk/>
            <pc:sldMk cId="3890140898" sldId="259"/>
            <ac:spMk id="33" creationId="{BC1DEDF5-9BED-BD78-639D-BB12BAAE5F55}"/>
          </ac:spMkLst>
        </pc:spChg>
        <pc:spChg chg="add del mod">
          <ac:chgData name="DORS Sebastien" userId="c8a8ab7e-62a9-47cc-be65-152bff4ab635" providerId="ADAL" clId="{33E94959-CDE2-43B6-9D83-0F64F62BF36D}" dt="2025-11-03T10:22:07.714" v="253" actId="478"/>
          <ac:spMkLst>
            <pc:docMk/>
            <pc:sldMk cId="3890140898" sldId="259"/>
            <ac:spMk id="34" creationId="{DE5CF23D-2283-B27A-D5C2-C5387E3A0F13}"/>
          </ac:spMkLst>
        </pc:spChg>
        <pc:spChg chg="add del mod">
          <ac:chgData name="DORS Sebastien" userId="c8a8ab7e-62a9-47cc-be65-152bff4ab635" providerId="ADAL" clId="{33E94959-CDE2-43B6-9D83-0F64F62BF36D}" dt="2025-11-03T10:22:07.714" v="253" actId="478"/>
          <ac:spMkLst>
            <pc:docMk/>
            <pc:sldMk cId="3890140898" sldId="259"/>
            <ac:spMk id="35" creationId="{02187B45-DC53-BB77-ECA9-168C89AA7DE7}"/>
          </ac:spMkLst>
        </pc:spChg>
        <pc:spChg chg="add del mod">
          <ac:chgData name="DORS Sebastien" userId="c8a8ab7e-62a9-47cc-be65-152bff4ab635" providerId="ADAL" clId="{33E94959-CDE2-43B6-9D83-0F64F62BF36D}" dt="2025-11-03T10:22:07.714" v="253" actId="478"/>
          <ac:spMkLst>
            <pc:docMk/>
            <pc:sldMk cId="3890140898" sldId="259"/>
            <ac:spMk id="36" creationId="{58B4C15C-1B2E-96A6-DACE-978DBEA31079}"/>
          </ac:spMkLst>
        </pc:spChg>
        <pc:spChg chg="add del mod">
          <ac:chgData name="DORS Sebastien" userId="c8a8ab7e-62a9-47cc-be65-152bff4ab635" providerId="ADAL" clId="{33E94959-CDE2-43B6-9D83-0F64F62BF36D}" dt="2025-11-03T10:22:07.714" v="253" actId="478"/>
          <ac:spMkLst>
            <pc:docMk/>
            <pc:sldMk cId="3890140898" sldId="259"/>
            <ac:spMk id="37" creationId="{C0C27835-E12F-90AF-9C45-3A47EBEE34EA}"/>
          </ac:spMkLst>
        </pc:spChg>
        <pc:spChg chg="add del mod">
          <ac:chgData name="DORS Sebastien" userId="c8a8ab7e-62a9-47cc-be65-152bff4ab635" providerId="ADAL" clId="{33E94959-CDE2-43B6-9D83-0F64F62BF36D}" dt="2025-11-03T10:22:07.714" v="253" actId="478"/>
          <ac:spMkLst>
            <pc:docMk/>
            <pc:sldMk cId="3890140898" sldId="259"/>
            <ac:spMk id="38" creationId="{49F1DBCD-E84E-D27A-11E3-B6C6C9327D7C}"/>
          </ac:spMkLst>
        </pc:spChg>
        <pc:spChg chg="add del mod">
          <ac:chgData name="DORS Sebastien" userId="c8a8ab7e-62a9-47cc-be65-152bff4ab635" providerId="ADAL" clId="{33E94959-CDE2-43B6-9D83-0F64F62BF36D}" dt="2025-11-03T10:22:07.714" v="253" actId="478"/>
          <ac:spMkLst>
            <pc:docMk/>
            <pc:sldMk cId="3890140898" sldId="259"/>
            <ac:spMk id="39" creationId="{1C82E5F7-4DE8-C3A7-A79D-941CC5218AE5}"/>
          </ac:spMkLst>
        </pc:spChg>
        <pc:spChg chg="add del mod">
          <ac:chgData name="DORS Sebastien" userId="c8a8ab7e-62a9-47cc-be65-152bff4ab635" providerId="ADAL" clId="{33E94959-CDE2-43B6-9D83-0F64F62BF36D}" dt="2025-11-03T10:22:07.714" v="253" actId="478"/>
          <ac:spMkLst>
            <pc:docMk/>
            <pc:sldMk cId="3890140898" sldId="259"/>
            <ac:spMk id="40" creationId="{DC8ECFDE-354A-3763-F893-482ED86AC9A7}"/>
          </ac:spMkLst>
        </pc:spChg>
        <pc:spChg chg="add del mod">
          <ac:chgData name="DORS Sebastien" userId="c8a8ab7e-62a9-47cc-be65-152bff4ab635" providerId="ADAL" clId="{33E94959-CDE2-43B6-9D83-0F64F62BF36D}" dt="2025-11-03T10:22:07.714" v="253" actId="478"/>
          <ac:spMkLst>
            <pc:docMk/>
            <pc:sldMk cId="3890140898" sldId="259"/>
            <ac:spMk id="51" creationId="{53220F2B-7B4C-F018-052E-0AB69A59B7B8}"/>
          </ac:spMkLst>
        </pc:spChg>
        <pc:spChg chg="mod">
          <ac:chgData name="DORS Sebastien" userId="c8a8ab7e-62a9-47cc-be65-152bff4ab635" providerId="ADAL" clId="{33E94959-CDE2-43B6-9D83-0F64F62BF36D}" dt="2025-11-03T10:22:08.207" v="254"/>
          <ac:spMkLst>
            <pc:docMk/>
            <pc:sldMk cId="3890140898" sldId="259"/>
            <ac:spMk id="65" creationId="{5CEFA634-AEC5-DD98-8D97-E846167DA47C}"/>
          </ac:spMkLst>
        </pc:spChg>
        <pc:spChg chg="mod">
          <ac:chgData name="DORS Sebastien" userId="c8a8ab7e-62a9-47cc-be65-152bff4ab635" providerId="ADAL" clId="{33E94959-CDE2-43B6-9D83-0F64F62BF36D}" dt="2025-11-03T10:22:08.207" v="254"/>
          <ac:spMkLst>
            <pc:docMk/>
            <pc:sldMk cId="3890140898" sldId="259"/>
            <ac:spMk id="66" creationId="{0A8F7CA9-47B4-D23D-EEE5-250353ED962A}"/>
          </ac:spMkLst>
        </pc:spChg>
        <pc:spChg chg="mod">
          <ac:chgData name="DORS Sebastien" userId="c8a8ab7e-62a9-47cc-be65-152bff4ab635" providerId="ADAL" clId="{33E94959-CDE2-43B6-9D83-0F64F62BF36D}" dt="2025-11-03T10:22:08.207" v="254"/>
          <ac:spMkLst>
            <pc:docMk/>
            <pc:sldMk cId="3890140898" sldId="259"/>
            <ac:spMk id="67" creationId="{7A183B07-BE7D-FC01-1C87-67F2F8BB62FA}"/>
          </ac:spMkLst>
        </pc:spChg>
        <pc:spChg chg="mod">
          <ac:chgData name="DORS Sebastien" userId="c8a8ab7e-62a9-47cc-be65-152bff4ab635" providerId="ADAL" clId="{33E94959-CDE2-43B6-9D83-0F64F62BF36D}" dt="2025-11-03T10:22:08.207" v="254"/>
          <ac:spMkLst>
            <pc:docMk/>
            <pc:sldMk cId="3890140898" sldId="259"/>
            <ac:spMk id="73" creationId="{4EA94357-6AC4-ABB3-3A91-72CCFE0924DC}"/>
          </ac:spMkLst>
        </pc:spChg>
        <pc:spChg chg="mod">
          <ac:chgData name="DORS Sebastien" userId="c8a8ab7e-62a9-47cc-be65-152bff4ab635" providerId="ADAL" clId="{33E94959-CDE2-43B6-9D83-0F64F62BF36D}" dt="2025-11-03T10:22:08.207" v="254"/>
          <ac:spMkLst>
            <pc:docMk/>
            <pc:sldMk cId="3890140898" sldId="259"/>
            <ac:spMk id="74" creationId="{241A9F3E-831F-CBC4-C7B8-5348F7BF0DAE}"/>
          </ac:spMkLst>
        </pc:spChg>
        <pc:spChg chg="mod">
          <ac:chgData name="DORS Sebastien" userId="c8a8ab7e-62a9-47cc-be65-152bff4ab635" providerId="ADAL" clId="{33E94959-CDE2-43B6-9D83-0F64F62BF36D}" dt="2025-11-03T10:22:08.207" v="254"/>
          <ac:spMkLst>
            <pc:docMk/>
            <pc:sldMk cId="3890140898" sldId="259"/>
            <ac:spMk id="75" creationId="{6AF0C9F8-D708-696C-3DF1-DCFEDD7097E8}"/>
          </ac:spMkLst>
        </pc:spChg>
        <pc:spChg chg="mod">
          <ac:chgData name="DORS Sebastien" userId="c8a8ab7e-62a9-47cc-be65-152bff4ab635" providerId="ADAL" clId="{33E94959-CDE2-43B6-9D83-0F64F62BF36D}" dt="2025-11-03T10:22:08.207" v="254"/>
          <ac:spMkLst>
            <pc:docMk/>
            <pc:sldMk cId="3890140898" sldId="259"/>
            <ac:spMk id="82" creationId="{D17F405C-A0C1-0400-D363-1C04E18C45CF}"/>
          </ac:spMkLst>
        </pc:spChg>
        <pc:spChg chg="mod">
          <ac:chgData name="DORS Sebastien" userId="c8a8ab7e-62a9-47cc-be65-152bff4ab635" providerId="ADAL" clId="{33E94959-CDE2-43B6-9D83-0F64F62BF36D}" dt="2025-11-03T10:22:08.207" v="254"/>
          <ac:spMkLst>
            <pc:docMk/>
            <pc:sldMk cId="3890140898" sldId="259"/>
            <ac:spMk id="83" creationId="{2BE85304-8341-1ABB-8689-8C5612F1F42D}"/>
          </ac:spMkLst>
        </pc:spChg>
        <pc:spChg chg="mod">
          <ac:chgData name="DORS Sebastien" userId="c8a8ab7e-62a9-47cc-be65-152bff4ab635" providerId="ADAL" clId="{33E94959-CDE2-43B6-9D83-0F64F62BF36D}" dt="2025-11-03T10:22:08.207" v="254"/>
          <ac:spMkLst>
            <pc:docMk/>
            <pc:sldMk cId="3890140898" sldId="259"/>
            <ac:spMk id="84" creationId="{808C12D4-DE39-F8BF-FD8C-B96863891AA7}"/>
          </ac:spMkLst>
        </pc:spChg>
        <pc:spChg chg="add del mod">
          <ac:chgData name="DORS Sebastien" userId="c8a8ab7e-62a9-47cc-be65-152bff4ab635" providerId="ADAL" clId="{33E94959-CDE2-43B6-9D83-0F64F62BF36D}" dt="2025-11-03T13:25:52.680" v="1388" actId="478"/>
          <ac:spMkLst>
            <pc:docMk/>
            <pc:sldMk cId="3890140898" sldId="259"/>
            <ac:spMk id="90" creationId="{AF8D33AC-3A79-43DE-2449-03253307BBCF}"/>
          </ac:spMkLst>
        </pc:spChg>
        <pc:spChg chg="add del mod">
          <ac:chgData name="DORS Sebastien" userId="c8a8ab7e-62a9-47cc-be65-152bff4ab635" providerId="ADAL" clId="{33E94959-CDE2-43B6-9D83-0F64F62BF36D}" dt="2025-11-03T13:25:52.680" v="1388" actId="478"/>
          <ac:spMkLst>
            <pc:docMk/>
            <pc:sldMk cId="3890140898" sldId="259"/>
            <ac:spMk id="91" creationId="{8421032E-1FCA-FA5E-A13F-D678D674EC97}"/>
          </ac:spMkLst>
        </pc:spChg>
        <pc:spChg chg="add del mod">
          <ac:chgData name="DORS Sebastien" userId="c8a8ab7e-62a9-47cc-be65-152bff4ab635" providerId="ADAL" clId="{33E94959-CDE2-43B6-9D83-0F64F62BF36D}" dt="2025-11-03T13:25:52.680" v="1388" actId="478"/>
          <ac:spMkLst>
            <pc:docMk/>
            <pc:sldMk cId="3890140898" sldId="259"/>
            <ac:spMk id="93" creationId="{E796B4D4-010A-6320-423E-D53058E35F27}"/>
          </ac:spMkLst>
        </pc:spChg>
        <pc:spChg chg="add del mod">
          <ac:chgData name="DORS Sebastien" userId="c8a8ab7e-62a9-47cc-be65-152bff4ab635" providerId="ADAL" clId="{33E94959-CDE2-43B6-9D83-0F64F62BF36D}" dt="2025-11-03T13:25:52.680" v="1388" actId="478"/>
          <ac:spMkLst>
            <pc:docMk/>
            <pc:sldMk cId="3890140898" sldId="259"/>
            <ac:spMk id="95" creationId="{71ABBD99-6C9C-9F1E-5019-4E5080E54DD5}"/>
          </ac:spMkLst>
        </pc:spChg>
        <pc:spChg chg="add del mod">
          <ac:chgData name="DORS Sebastien" userId="c8a8ab7e-62a9-47cc-be65-152bff4ab635" providerId="ADAL" clId="{33E94959-CDE2-43B6-9D83-0F64F62BF36D}" dt="2025-11-03T13:25:52.680" v="1388" actId="478"/>
          <ac:spMkLst>
            <pc:docMk/>
            <pc:sldMk cId="3890140898" sldId="259"/>
            <ac:spMk id="96" creationId="{E6C38C57-C909-84F7-9ED9-1F263F86EDEB}"/>
          </ac:spMkLst>
        </pc:spChg>
        <pc:spChg chg="add del mod">
          <ac:chgData name="DORS Sebastien" userId="c8a8ab7e-62a9-47cc-be65-152bff4ab635" providerId="ADAL" clId="{33E94959-CDE2-43B6-9D83-0F64F62BF36D}" dt="2025-11-03T13:25:52.680" v="1388" actId="478"/>
          <ac:spMkLst>
            <pc:docMk/>
            <pc:sldMk cId="3890140898" sldId="259"/>
            <ac:spMk id="97" creationId="{D580C8A3-BFF2-60A5-B079-AC5F84962282}"/>
          </ac:spMkLst>
        </pc:spChg>
        <pc:spChg chg="add del mod">
          <ac:chgData name="DORS Sebastien" userId="c8a8ab7e-62a9-47cc-be65-152bff4ab635" providerId="ADAL" clId="{33E94959-CDE2-43B6-9D83-0F64F62BF36D}" dt="2025-11-03T13:25:52.680" v="1388" actId="478"/>
          <ac:spMkLst>
            <pc:docMk/>
            <pc:sldMk cId="3890140898" sldId="259"/>
            <ac:spMk id="101" creationId="{D37B8647-6A79-7031-5359-71318F6B50D1}"/>
          </ac:spMkLst>
        </pc:spChg>
        <pc:spChg chg="add del mod">
          <ac:chgData name="DORS Sebastien" userId="c8a8ab7e-62a9-47cc-be65-152bff4ab635" providerId="ADAL" clId="{33E94959-CDE2-43B6-9D83-0F64F62BF36D}" dt="2025-11-03T13:25:52.680" v="1388" actId="478"/>
          <ac:spMkLst>
            <pc:docMk/>
            <pc:sldMk cId="3890140898" sldId="259"/>
            <ac:spMk id="102" creationId="{AD452D10-118F-3F96-406E-8BA2A0D72C27}"/>
          </ac:spMkLst>
        </pc:spChg>
        <pc:spChg chg="add mod">
          <ac:chgData name="DORS Sebastien" userId="c8a8ab7e-62a9-47cc-be65-152bff4ab635" providerId="ADAL" clId="{33E94959-CDE2-43B6-9D83-0F64F62BF36D}" dt="2025-11-03T13:30:34.531" v="1437" actId="164"/>
          <ac:spMkLst>
            <pc:docMk/>
            <pc:sldMk cId="3890140898" sldId="259"/>
            <ac:spMk id="103" creationId="{9B8435E0-7EC0-6F9B-4DA8-67AE22C418A6}"/>
          </ac:spMkLst>
        </pc:spChg>
        <pc:spChg chg="add mod">
          <ac:chgData name="DORS Sebastien" userId="c8a8ab7e-62a9-47cc-be65-152bff4ab635" providerId="ADAL" clId="{33E94959-CDE2-43B6-9D83-0F64F62BF36D}" dt="2025-11-03T13:30:34.531" v="1437" actId="164"/>
          <ac:spMkLst>
            <pc:docMk/>
            <pc:sldMk cId="3890140898" sldId="259"/>
            <ac:spMk id="104" creationId="{D775F751-CF05-CACE-C2B8-DFDCAC8E30BC}"/>
          </ac:spMkLst>
        </pc:spChg>
        <pc:spChg chg="add mod">
          <ac:chgData name="DORS Sebastien" userId="c8a8ab7e-62a9-47cc-be65-152bff4ab635" providerId="ADAL" clId="{33E94959-CDE2-43B6-9D83-0F64F62BF36D}" dt="2025-11-03T13:30:34.531" v="1437" actId="164"/>
          <ac:spMkLst>
            <pc:docMk/>
            <pc:sldMk cId="3890140898" sldId="259"/>
            <ac:spMk id="105" creationId="{71E2FC1F-A618-C027-343F-FF450CF25A26}"/>
          </ac:spMkLst>
        </pc:spChg>
        <pc:spChg chg="add mod">
          <ac:chgData name="DORS Sebastien" userId="c8a8ab7e-62a9-47cc-be65-152bff4ab635" providerId="ADAL" clId="{33E94959-CDE2-43B6-9D83-0F64F62BF36D}" dt="2025-11-03T13:30:34.531" v="1437" actId="164"/>
          <ac:spMkLst>
            <pc:docMk/>
            <pc:sldMk cId="3890140898" sldId="259"/>
            <ac:spMk id="106" creationId="{BED8048D-81AA-E3F0-925D-8BCBEBBF81BD}"/>
          </ac:spMkLst>
        </pc:spChg>
        <pc:spChg chg="add mod">
          <ac:chgData name="DORS Sebastien" userId="c8a8ab7e-62a9-47cc-be65-152bff4ab635" providerId="ADAL" clId="{33E94959-CDE2-43B6-9D83-0F64F62BF36D}" dt="2025-11-03T13:30:34.531" v="1437" actId="164"/>
          <ac:spMkLst>
            <pc:docMk/>
            <pc:sldMk cId="3890140898" sldId="259"/>
            <ac:spMk id="107" creationId="{1A0A70B8-DD6F-545B-8696-FF6AAE058F50}"/>
          </ac:spMkLst>
        </pc:spChg>
        <pc:spChg chg="add mod">
          <ac:chgData name="DORS Sebastien" userId="c8a8ab7e-62a9-47cc-be65-152bff4ab635" providerId="ADAL" clId="{33E94959-CDE2-43B6-9D83-0F64F62BF36D}" dt="2025-11-03T13:30:34.531" v="1437" actId="164"/>
          <ac:spMkLst>
            <pc:docMk/>
            <pc:sldMk cId="3890140898" sldId="259"/>
            <ac:spMk id="108" creationId="{371E128C-2C3B-9BED-A083-8033E676EDF0}"/>
          </ac:spMkLst>
        </pc:spChg>
        <pc:spChg chg="add mod">
          <ac:chgData name="DORS Sebastien" userId="c8a8ab7e-62a9-47cc-be65-152bff4ab635" providerId="ADAL" clId="{33E94959-CDE2-43B6-9D83-0F64F62BF36D}" dt="2025-11-03T13:30:34.531" v="1437" actId="164"/>
          <ac:spMkLst>
            <pc:docMk/>
            <pc:sldMk cId="3890140898" sldId="259"/>
            <ac:spMk id="112" creationId="{B3BD0763-60D5-CDF1-84B2-F7FB039AFEA1}"/>
          </ac:spMkLst>
        </pc:spChg>
        <pc:spChg chg="add mod">
          <ac:chgData name="DORS Sebastien" userId="c8a8ab7e-62a9-47cc-be65-152bff4ab635" providerId="ADAL" clId="{33E94959-CDE2-43B6-9D83-0F64F62BF36D}" dt="2025-11-03T13:30:34.531" v="1437" actId="164"/>
          <ac:spMkLst>
            <pc:docMk/>
            <pc:sldMk cId="3890140898" sldId="259"/>
            <ac:spMk id="113" creationId="{7569B1A7-90B7-F4FB-4F23-C15C62C6982A}"/>
          </ac:spMkLst>
        </pc:spChg>
        <pc:spChg chg="add mod">
          <ac:chgData name="DORS Sebastien" userId="c8a8ab7e-62a9-47cc-be65-152bff4ab635" providerId="ADAL" clId="{33E94959-CDE2-43B6-9D83-0F64F62BF36D}" dt="2025-11-03T13:30:34.531" v="1437" actId="164"/>
          <ac:spMkLst>
            <pc:docMk/>
            <pc:sldMk cId="3890140898" sldId="259"/>
            <ac:spMk id="114" creationId="{A95294D0-C64D-E272-E15E-55306766D66F}"/>
          </ac:spMkLst>
        </pc:spChg>
        <pc:spChg chg="del mod topLvl">
          <ac:chgData name="DORS Sebastien" userId="c8a8ab7e-62a9-47cc-be65-152bff4ab635" providerId="ADAL" clId="{33E94959-CDE2-43B6-9D83-0F64F62BF36D}" dt="2025-11-03T13:36:27.412" v="1485" actId="478"/>
          <ac:spMkLst>
            <pc:docMk/>
            <pc:sldMk cId="3890140898" sldId="259"/>
            <ac:spMk id="122" creationId="{69E47F01-CB35-E9A0-BA1C-39C95580EDCC}"/>
          </ac:spMkLst>
        </pc:spChg>
        <pc:spChg chg="mod">
          <ac:chgData name="DORS Sebastien" userId="c8a8ab7e-62a9-47cc-be65-152bff4ab635" providerId="ADAL" clId="{33E94959-CDE2-43B6-9D83-0F64F62BF36D}" dt="2025-11-03T13:26:02.533" v="1390"/>
          <ac:spMkLst>
            <pc:docMk/>
            <pc:sldMk cId="3890140898" sldId="259"/>
            <ac:spMk id="124" creationId="{F5A6CFDA-6829-C125-42B3-0A7B8E9260C0}"/>
          </ac:spMkLst>
        </pc:spChg>
        <pc:spChg chg="mod">
          <ac:chgData name="DORS Sebastien" userId="c8a8ab7e-62a9-47cc-be65-152bff4ab635" providerId="ADAL" clId="{33E94959-CDE2-43B6-9D83-0F64F62BF36D}" dt="2025-11-03T13:26:02.533" v="1390"/>
          <ac:spMkLst>
            <pc:docMk/>
            <pc:sldMk cId="3890140898" sldId="259"/>
            <ac:spMk id="125" creationId="{40EBE874-5A41-B10B-9042-9FB347747D04}"/>
          </ac:spMkLst>
        </pc:spChg>
        <pc:spChg chg="mod">
          <ac:chgData name="DORS Sebastien" userId="c8a8ab7e-62a9-47cc-be65-152bff4ab635" providerId="ADAL" clId="{33E94959-CDE2-43B6-9D83-0F64F62BF36D}" dt="2025-11-03T13:26:02.533" v="1390"/>
          <ac:spMkLst>
            <pc:docMk/>
            <pc:sldMk cId="3890140898" sldId="259"/>
            <ac:spMk id="130" creationId="{C74FC89E-2271-02FF-8960-41A82DEDF89C}"/>
          </ac:spMkLst>
        </pc:spChg>
        <pc:spChg chg="mod">
          <ac:chgData name="DORS Sebastien" userId="c8a8ab7e-62a9-47cc-be65-152bff4ab635" providerId="ADAL" clId="{33E94959-CDE2-43B6-9D83-0F64F62BF36D}" dt="2025-11-03T13:26:02.533" v="1390"/>
          <ac:spMkLst>
            <pc:docMk/>
            <pc:sldMk cId="3890140898" sldId="259"/>
            <ac:spMk id="132" creationId="{2FB5CE6E-49F2-57EC-C2B1-D51A3E556688}"/>
          </ac:spMkLst>
        </pc:spChg>
        <pc:spChg chg="mod">
          <ac:chgData name="DORS Sebastien" userId="c8a8ab7e-62a9-47cc-be65-152bff4ab635" providerId="ADAL" clId="{33E94959-CDE2-43B6-9D83-0F64F62BF36D}" dt="2025-11-03T13:26:02.533" v="1390"/>
          <ac:spMkLst>
            <pc:docMk/>
            <pc:sldMk cId="3890140898" sldId="259"/>
            <ac:spMk id="133" creationId="{E36CDC7D-52D6-9B5C-EF27-0C4B7D596FF7}"/>
          </ac:spMkLst>
        </pc:spChg>
        <pc:spChg chg="mod">
          <ac:chgData name="DORS Sebastien" userId="c8a8ab7e-62a9-47cc-be65-152bff4ab635" providerId="ADAL" clId="{33E94959-CDE2-43B6-9D83-0F64F62BF36D}" dt="2025-11-03T13:26:02.533" v="1390"/>
          <ac:spMkLst>
            <pc:docMk/>
            <pc:sldMk cId="3890140898" sldId="259"/>
            <ac:spMk id="134" creationId="{FF0DFF2C-AD2E-BBD7-24EC-C0C1AAC74257}"/>
          </ac:spMkLst>
        </pc:spChg>
        <pc:spChg chg="mod">
          <ac:chgData name="DORS Sebastien" userId="c8a8ab7e-62a9-47cc-be65-152bff4ab635" providerId="ADAL" clId="{33E94959-CDE2-43B6-9D83-0F64F62BF36D}" dt="2025-11-03T13:26:02.533" v="1390"/>
          <ac:spMkLst>
            <pc:docMk/>
            <pc:sldMk cId="3890140898" sldId="259"/>
            <ac:spMk id="141" creationId="{F1D2917F-25EF-7AD3-2013-30E11816B7FF}"/>
          </ac:spMkLst>
        </pc:spChg>
        <pc:spChg chg="mod">
          <ac:chgData name="DORS Sebastien" userId="c8a8ab7e-62a9-47cc-be65-152bff4ab635" providerId="ADAL" clId="{33E94959-CDE2-43B6-9D83-0F64F62BF36D}" dt="2025-11-03T13:26:02.533" v="1390"/>
          <ac:spMkLst>
            <pc:docMk/>
            <pc:sldMk cId="3890140898" sldId="259"/>
            <ac:spMk id="142" creationId="{3EE74EFC-7A96-8BE3-16EB-2A6F4BAEFE0F}"/>
          </ac:spMkLst>
        </pc:spChg>
        <pc:spChg chg="mod">
          <ac:chgData name="DORS Sebastien" userId="c8a8ab7e-62a9-47cc-be65-152bff4ab635" providerId="ADAL" clId="{33E94959-CDE2-43B6-9D83-0F64F62BF36D}" dt="2025-11-03T13:26:02.533" v="1390"/>
          <ac:spMkLst>
            <pc:docMk/>
            <pc:sldMk cId="3890140898" sldId="259"/>
            <ac:spMk id="143" creationId="{12C72C3A-FD22-F65B-18D6-CA7951B21264}"/>
          </ac:spMkLst>
        </pc:spChg>
        <pc:spChg chg="add mod">
          <ac:chgData name="DORS Sebastien" userId="c8a8ab7e-62a9-47cc-be65-152bff4ab635" providerId="ADAL" clId="{33E94959-CDE2-43B6-9D83-0F64F62BF36D}" dt="2025-11-03T13:30:54.520" v="1438"/>
          <ac:spMkLst>
            <pc:docMk/>
            <pc:sldMk cId="3890140898" sldId="259"/>
            <ac:spMk id="150" creationId="{FF521801-3C71-591D-8A92-BE2871921807}"/>
          </ac:spMkLst>
        </pc:spChg>
        <pc:spChg chg="add mod">
          <ac:chgData name="DORS Sebastien" userId="c8a8ab7e-62a9-47cc-be65-152bff4ab635" providerId="ADAL" clId="{33E94959-CDE2-43B6-9D83-0F64F62BF36D}" dt="2025-11-03T13:30:54.520" v="1438"/>
          <ac:spMkLst>
            <pc:docMk/>
            <pc:sldMk cId="3890140898" sldId="259"/>
            <ac:spMk id="151" creationId="{43293748-B5F3-F180-1820-4F3C1FDBAE8A}"/>
          </ac:spMkLst>
        </pc:spChg>
        <pc:spChg chg="add mod">
          <ac:chgData name="DORS Sebastien" userId="c8a8ab7e-62a9-47cc-be65-152bff4ab635" providerId="ADAL" clId="{33E94959-CDE2-43B6-9D83-0F64F62BF36D}" dt="2025-11-03T13:30:54.520" v="1438"/>
          <ac:spMkLst>
            <pc:docMk/>
            <pc:sldMk cId="3890140898" sldId="259"/>
            <ac:spMk id="153" creationId="{DD065548-B996-649D-DC8F-E5CC82EEE634}"/>
          </ac:spMkLst>
        </pc:spChg>
        <pc:spChg chg="add mod">
          <ac:chgData name="DORS Sebastien" userId="c8a8ab7e-62a9-47cc-be65-152bff4ab635" providerId="ADAL" clId="{33E94959-CDE2-43B6-9D83-0F64F62BF36D}" dt="2025-11-03T13:30:54.520" v="1438"/>
          <ac:spMkLst>
            <pc:docMk/>
            <pc:sldMk cId="3890140898" sldId="259"/>
            <ac:spMk id="155" creationId="{988219BA-F567-E2AB-5DF7-5FF23A2B854F}"/>
          </ac:spMkLst>
        </pc:spChg>
        <pc:spChg chg="add mod">
          <ac:chgData name="DORS Sebastien" userId="c8a8ab7e-62a9-47cc-be65-152bff4ab635" providerId="ADAL" clId="{33E94959-CDE2-43B6-9D83-0F64F62BF36D}" dt="2025-11-03T13:30:54.520" v="1438"/>
          <ac:spMkLst>
            <pc:docMk/>
            <pc:sldMk cId="3890140898" sldId="259"/>
            <ac:spMk id="156" creationId="{E03AC644-2419-CCD4-74EE-8B4C8E3F6765}"/>
          </ac:spMkLst>
        </pc:spChg>
        <pc:spChg chg="add mod">
          <ac:chgData name="DORS Sebastien" userId="c8a8ab7e-62a9-47cc-be65-152bff4ab635" providerId="ADAL" clId="{33E94959-CDE2-43B6-9D83-0F64F62BF36D}" dt="2025-11-03T13:30:54.520" v="1438"/>
          <ac:spMkLst>
            <pc:docMk/>
            <pc:sldMk cId="3890140898" sldId="259"/>
            <ac:spMk id="157" creationId="{7E6CBD10-E73E-7FD6-AC40-3BCE9B41ACAF}"/>
          </ac:spMkLst>
        </pc:spChg>
        <pc:spChg chg="add mod">
          <ac:chgData name="DORS Sebastien" userId="c8a8ab7e-62a9-47cc-be65-152bff4ab635" providerId="ADAL" clId="{33E94959-CDE2-43B6-9D83-0F64F62BF36D}" dt="2025-11-03T13:30:54.520" v="1438"/>
          <ac:spMkLst>
            <pc:docMk/>
            <pc:sldMk cId="3890140898" sldId="259"/>
            <ac:spMk id="161" creationId="{110D2D0B-C646-B8C9-FAC9-EAFDD9CB656E}"/>
          </ac:spMkLst>
        </pc:spChg>
        <pc:spChg chg="add mod">
          <ac:chgData name="DORS Sebastien" userId="c8a8ab7e-62a9-47cc-be65-152bff4ab635" providerId="ADAL" clId="{33E94959-CDE2-43B6-9D83-0F64F62BF36D}" dt="2025-11-03T13:30:54.520" v="1438"/>
          <ac:spMkLst>
            <pc:docMk/>
            <pc:sldMk cId="3890140898" sldId="259"/>
            <ac:spMk id="162" creationId="{7578412A-3CEF-1B42-FCBB-A5F6B2C85B08}"/>
          </ac:spMkLst>
        </pc:spChg>
        <pc:grpChg chg="add mod">
          <ac:chgData name="DORS Sebastien" userId="c8a8ab7e-62a9-47cc-be65-152bff4ab635" providerId="ADAL" clId="{33E94959-CDE2-43B6-9D83-0F64F62BF36D}" dt="2025-11-03T10:19:18.833" v="213" actId="164"/>
          <ac:grpSpMkLst>
            <pc:docMk/>
            <pc:sldMk cId="3890140898" sldId="259"/>
            <ac:grpSpMk id="52" creationId="{EAE4DA7E-FB55-4A0D-841D-BD79A8740559}"/>
          </ac:grpSpMkLst>
        </pc:grpChg>
        <pc:grpChg chg="add mod">
          <ac:chgData name="DORS Sebastien" userId="c8a8ab7e-62a9-47cc-be65-152bff4ab635" providerId="ADAL" clId="{33E94959-CDE2-43B6-9D83-0F64F62BF36D}" dt="2025-11-03T10:19:21.574" v="214" actId="164"/>
          <ac:grpSpMkLst>
            <pc:docMk/>
            <pc:sldMk cId="3890140898" sldId="259"/>
            <ac:grpSpMk id="53" creationId="{3A35C6A5-30F3-E944-AF41-5F17584AD417}"/>
          </ac:grpSpMkLst>
        </pc:grpChg>
        <pc:grpChg chg="add mod">
          <ac:chgData name="DORS Sebastien" userId="c8a8ab7e-62a9-47cc-be65-152bff4ab635" providerId="ADAL" clId="{33E94959-CDE2-43B6-9D83-0F64F62BF36D}" dt="2025-11-03T10:19:24.611" v="215" actId="164"/>
          <ac:grpSpMkLst>
            <pc:docMk/>
            <pc:sldMk cId="3890140898" sldId="259"/>
            <ac:grpSpMk id="54" creationId="{119F3B78-74B6-8C0D-6EA3-8DA2DD76DDCA}"/>
          </ac:grpSpMkLst>
        </pc:grpChg>
        <pc:grpChg chg="add mod">
          <ac:chgData name="DORS Sebastien" userId="c8a8ab7e-62a9-47cc-be65-152bff4ab635" providerId="ADAL" clId="{33E94959-CDE2-43B6-9D83-0F64F62BF36D}" dt="2025-11-03T13:16:35.878" v="1269" actId="14861"/>
          <ac:grpSpMkLst>
            <pc:docMk/>
            <pc:sldMk cId="3890140898" sldId="259"/>
            <ac:grpSpMk id="60" creationId="{194B1322-68F1-3316-0A44-B8AA3ADFE1AC}"/>
          </ac:grpSpMkLst>
        </pc:grpChg>
        <pc:grpChg chg="add mod">
          <ac:chgData name="DORS Sebastien" userId="c8a8ab7e-62a9-47cc-be65-152bff4ab635" providerId="ADAL" clId="{33E94959-CDE2-43B6-9D83-0F64F62BF36D}" dt="2025-11-03T12:54:42.776" v="461" actId="14861"/>
          <ac:grpSpMkLst>
            <pc:docMk/>
            <pc:sldMk cId="3890140898" sldId="259"/>
            <ac:grpSpMk id="61" creationId="{0A3285C2-20FD-BC20-187A-C732689D6410}"/>
          </ac:grpSpMkLst>
        </pc:grpChg>
        <pc:grpChg chg="add mod">
          <ac:chgData name="DORS Sebastien" userId="c8a8ab7e-62a9-47cc-be65-152bff4ab635" providerId="ADAL" clId="{33E94959-CDE2-43B6-9D83-0F64F62BF36D}" dt="2025-11-03T12:54:42.776" v="461" actId="14861"/>
          <ac:grpSpMkLst>
            <pc:docMk/>
            <pc:sldMk cId="3890140898" sldId="259"/>
            <ac:grpSpMk id="62" creationId="{4DCAF020-E534-A66F-4712-41BA81D450DF}"/>
          </ac:grpSpMkLst>
        </pc:grpChg>
        <pc:grpChg chg="del mod">
          <ac:chgData name="DORS Sebastien" userId="c8a8ab7e-62a9-47cc-be65-152bff4ab635" providerId="ADAL" clId="{33E94959-CDE2-43B6-9D83-0F64F62BF36D}" dt="2025-11-03T13:25:55.081" v="1389" actId="478"/>
          <ac:grpSpMkLst>
            <pc:docMk/>
            <pc:sldMk cId="3890140898" sldId="259"/>
            <ac:grpSpMk id="64" creationId="{40640456-92A6-C569-F5BA-3E3836BB26C8}"/>
          </ac:grpSpMkLst>
        </pc:grpChg>
        <pc:grpChg chg="mod">
          <ac:chgData name="DORS Sebastien" userId="c8a8ab7e-62a9-47cc-be65-152bff4ab635" providerId="ADAL" clId="{33E94959-CDE2-43B6-9D83-0F64F62BF36D}" dt="2025-11-03T10:22:12.326" v="256" actId="1076"/>
          <ac:grpSpMkLst>
            <pc:docMk/>
            <pc:sldMk cId="3890140898" sldId="259"/>
            <ac:grpSpMk id="72" creationId="{655F3261-12F9-9A4E-D71C-71CD7ACE0112}"/>
          </ac:grpSpMkLst>
        </pc:grpChg>
        <pc:grpChg chg="mod">
          <ac:chgData name="DORS Sebastien" userId="c8a8ab7e-62a9-47cc-be65-152bff4ab635" providerId="ADAL" clId="{33E94959-CDE2-43B6-9D83-0F64F62BF36D}" dt="2025-11-03T10:22:22.535" v="261" actId="1076"/>
          <ac:grpSpMkLst>
            <pc:docMk/>
            <pc:sldMk cId="3890140898" sldId="259"/>
            <ac:grpSpMk id="81" creationId="{8C0273F8-4614-B357-09E1-7D03048191D4}"/>
          </ac:grpSpMkLst>
        </pc:grpChg>
        <pc:grpChg chg="del mod">
          <ac:chgData name="DORS Sebastien" userId="c8a8ab7e-62a9-47cc-be65-152bff4ab635" providerId="ADAL" clId="{33E94959-CDE2-43B6-9D83-0F64F62BF36D}" dt="2025-11-03T13:36:27.412" v="1485" actId="478"/>
          <ac:grpSpMkLst>
            <pc:docMk/>
            <pc:sldMk cId="3890140898" sldId="259"/>
            <ac:grpSpMk id="121" creationId="{14BABE11-0122-223C-2106-E0B548CB1B37}"/>
          </ac:grpSpMkLst>
        </pc:grpChg>
        <pc:grpChg chg="topLvl">
          <ac:chgData name="DORS Sebastien" userId="c8a8ab7e-62a9-47cc-be65-152bff4ab635" providerId="ADAL" clId="{33E94959-CDE2-43B6-9D83-0F64F62BF36D}" dt="2025-11-03T13:36:27.412" v="1485" actId="478"/>
          <ac:grpSpMkLst>
            <pc:docMk/>
            <pc:sldMk cId="3890140898" sldId="259"/>
            <ac:grpSpMk id="123" creationId="{A58D9104-E7C5-6716-28E5-CF60025F5C9F}"/>
          </ac:grpSpMkLst>
        </pc:grpChg>
        <pc:grpChg chg="mod">
          <ac:chgData name="DORS Sebastien" userId="c8a8ab7e-62a9-47cc-be65-152bff4ab635" providerId="ADAL" clId="{33E94959-CDE2-43B6-9D83-0F64F62BF36D}" dt="2025-11-03T13:26:07.952" v="1392" actId="1076"/>
          <ac:grpSpMkLst>
            <pc:docMk/>
            <pc:sldMk cId="3890140898" sldId="259"/>
            <ac:grpSpMk id="131" creationId="{B41153AE-5152-68B3-8582-E85F11EE190A}"/>
          </ac:grpSpMkLst>
        </pc:grpChg>
        <pc:grpChg chg="mod">
          <ac:chgData name="DORS Sebastien" userId="c8a8ab7e-62a9-47cc-be65-152bff4ab635" providerId="ADAL" clId="{33E94959-CDE2-43B6-9D83-0F64F62BF36D}" dt="2025-11-03T13:26:16.288" v="1399" actId="1076"/>
          <ac:grpSpMkLst>
            <pc:docMk/>
            <pc:sldMk cId="3890140898" sldId="259"/>
            <ac:grpSpMk id="140" creationId="{5BB66DC9-E639-702E-3F2E-90CF7F9A368D}"/>
          </ac:grpSpMkLst>
        </pc:grpChg>
        <pc:picChg chg="add del mod">
          <ac:chgData name="DORS Sebastien" userId="c8a8ab7e-62a9-47cc-be65-152bff4ab635" providerId="ADAL" clId="{33E94959-CDE2-43B6-9D83-0F64F62BF36D}" dt="2025-11-03T13:25:41.755" v="1385" actId="478"/>
          <ac:picMkLst>
            <pc:docMk/>
            <pc:sldMk cId="3890140898" sldId="259"/>
            <ac:picMk id="22" creationId="{452F016F-9702-38D0-7809-5A246EA9E178}"/>
          </ac:picMkLst>
        </pc:picChg>
        <pc:picChg chg="mod">
          <ac:chgData name="DORS Sebastien" userId="c8a8ab7e-62a9-47cc-be65-152bff4ab635" providerId="ADAL" clId="{33E94959-CDE2-43B6-9D83-0F64F62BF36D}" dt="2025-11-03T10:11:34.481" v="146" actId="1076"/>
          <ac:picMkLst>
            <pc:docMk/>
            <pc:sldMk cId="3890140898" sldId="259"/>
            <ac:picMk id="45" creationId="{66371765-298F-71FB-DC81-CC01C9A11DCD}"/>
          </ac:picMkLst>
        </pc:picChg>
        <pc:picChg chg="mod">
          <ac:chgData name="DORS Sebastien" userId="c8a8ab7e-62a9-47cc-be65-152bff4ab635" providerId="ADAL" clId="{33E94959-CDE2-43B6-9D83-0F64F62BF36D}" dt="2025-11-03T10:11:34.481" v="146" actId="1076"/>
          <ac:picMkLst>
            <pc:docMk/>
            <pc:sldMk cId="3890140898" sldId="259"/>
            <ac:picMk id="46" creationId="{57C1C766-F6B7-624F-A4F7-E973AFD29042}"/>
          </ac:picMkLst>
        </pc:picChg>
        <pc:picChg chg="mod">
          <ac:chgData name="DORS Sebastien" userId="c8a8ab7e-62a9-47cc-be65-152bff4ab635" providerId="ADAL" clId="{33E94959-CDE2-43B6-9D83-0F64F62BF36D}" dt="2025-11-03T10:11:40.453" v="148" actId="1076"/>
          <ac:picMkLst>
            <pc:docMk/>
            <pc:sldMk cId="3890140898" sldId="259"/>
            <ac:picMk id="48" creationId="{D3D9AEC3-5483-2556-6BFC-A77355684903}"/>
          </ac:picMkLst>
        </pc:picChg>
        <pc:picChg chg="mod">
          <ac:chgData name="DORS Sebastien" userId="c8a8ab7e-62a9-47cc-be65-152bff4ab635" providerId="ADAL" clId="{33E94959-CDE2-43B6-9D83-0F64F62BF36D}" dt="2025-11-03T10:11:40.453" v="148" actId="1076"/>
          <ac:picMkLst>
            <pc:docMk/>
            <pc:sldMk cId="3890140898" sldId="259"/>
            <ac:picMk id="49" creationId="{F163C6F5-BC75-ECAA-7062-F2F5DB97F345}"/>
          </ac:picMkLst>
        </pc:picChg>
        <pc:picChg chg="mod">
          <ac:chgData name="DORS Sebastien" userId="c8a8ab7e-62a9-47cc-be65-152bff4ab635" providerId="ADAL" clId="{33E94959-CDE2-43B6-9D83-0F64F62BF36D}" dt="2025-11-03T10:11:40.453" v="148" actId="1076"/>
          <ac:picMkLst>
            <pc:docMk/>
            <pc:sldMk cId="3890140898" sldId="259"/>
            <ac:picMk id="50" creationId="{BE851F92-8467-94C3-9A68-FE72F5B63E20}"/>
          </ac:picMkLst>
        </pc:picChg>
        <pc:picChg chg="mod">
          <ac:chgData name="DORS Sebastien" userId="c8a8ab7e-62a9-47cc-be65-152bff4ab635" providerId="ADAL" clId="{33E94959-CDE2-43B6-9D83-0F64F62BF36D}" dt="2025-11-03T10:22:08.207" v="254"/>
          <ac:picMkLst>
            <pc:docMk/>
            <pc:sldMk cId="3890140898" sldId="259"/>
            <ac:picMk id="70" creationId="{6FB896F1-ABB8-D14A-B72B-B3D98B946930}"/>
          </ac:picMkLst>
        </pc:picChg>
        <pc:picChg chg="add del mod">
          <ac:chgData name="DORS Sebastien" userId="c8a8ab7e-62a9-47cc-be65-152bff4ab635" providerId="ADAL" clId="{33E94959-CDE2-43B6-9D83-0F64F62BF36D}" dt="2025-11-03T13:25:52.680" v="1388" actId="478"/>
          <ac:picMkLst>
            <pc:docMk/>
            <pc:sldMk cId="3890140898" sldId="259"/>
            <ac:picMk id="92" creationId="{115F9A34-A4FA-DD74-6E37-B6B5837D27CF}"/>
          </ac:picMkLst>
        </pc:picChg>
        <pc:picChg chg="add del mod">
          <ac:chgData name="DORS Sebastien" userId="c8a8ab7e-62a9-47cc-be65-152bff4ab635" providerId="ADAL" clId="{33E94959-CDE2-43B6-9D83-0F64F62BF36D}" dt="2025-11-03T13:25:52.680" v="1388" actId="478"/>
          <ac:picMkLst>
            <pc:docMk/>
            <pc:sldMk cId="3890140898" sldId="259"/>
            <ac:picMk id="94" creationId="{47693B9A-3BE7-C5D4-0164-5D186840D230}"/>
          </ac:picMkLst>
        </pc:picChg>
        <pc:picChg chg="add mod">
          <ac:chgData name="DORS Sebastien" userId="c8a8ab7e-62a9-47cc-be65-152bff4ab635" providerId="ADAL" clId="{33E94959-CDE2-43B6-9D83-0F64F62BF36D}" dt="2025-11-03T13:30:34.531" v="1437" actId="164"/>
          <ac:picMkLst>
            <pc:docMk/>
            <pc:sldMk cId="3890140898" sldId="259"/>
            <ac:picMk id="110" creationId="{5120118E-423A-A2D8-B7E4-1BEBF1608A87}"/>
          </ac:picMkLst>
        </pc:picChg>
        <pc:picChg chg="mod">
          <ac:chgData name="DORS Sebastien" userId="c8a8ab7e-62a9-47cc-be65-152bff4ab635" providerId="ADAL" clId="{33E94959-CDE2-43B6-9D83-0F64F62BF36D}" dt="2025-11-03T13:32:54.116" v="1455" actId="207"/>
          <ac:picMkLst>
            <pc:docMk/>
            <pc:sldMk cId="3890140898" sldId="259"/>
            <ac:picMk id="127" creationId="{D8F7D670-7366-48A2-5C75-19B2580EE1A9}"/>
          </ac:picMkLst>
        </pc:picChg>
        <pc:picChg chg="mod">
          <ac:chgData name="DORS Sebastien" userId="c8a8ab7e-62a9-47cc-be65-152bff4ab635" providerId="ADAL" clId="{33E94959-CDE2-43B6-9D83-0F64F62BF36D}" dt="2025-11-03T13:32:54.116" v="1455" actId="207"/>
          <ac:picMkLst>
            <pc:docMk/>
            <pc:sldMk cId="3890140898" sldId="259"/>
            <ac:picMk id="128" creationId="{FD1642E6-7F1D-47A2-5AA6-A4EE082DA638}"/>
          </ac:picMkLst>
        </pc:picChg>
        <pc:picChg chg="mod">
          <ac:chgData name="DORS Sebastien" userId="c8a8ab7e-62a9-47cc-be65-152bff4ab635" providerId="ADAL" clId="{33E94959-CDE2-43B6-9D83-0F64F62BF36D}" dt="2025-11-03T13:32:43.195" v="1453" actId="207"/>
          <ac:picMkLst>
            <pc:docMk/>
            <pc:sldMk cId="3890140898" sldId="259"/>
            <ac:picMk id="135" creationId="{C253F4EE-3BDC-73F1-D462-75D2C8F902E8}"/>
          </ac:picMkLst>
        </pc:picChg>
        <pc:picChg chg="mod">
          <ac:chgData name="DORS Sebastien" userId="c8a8ab7e-62a9-47cc-be65-152bff4ab635" providerId="ADAL" clId="{33E94959-CDE2-43B6-9D83-0F64F62BF36D}" dt="2025-11-03T13:32:43.195" v="1453" actId="207"/>
          <ac:picMkLst>
            <pc:docMk/>
            <pc:sldMk cId="3890140898" sldId="259"/>
            <ac:picMk id="136" creationId="{CEA21072-4E12-8756-48E6-4A6103D96A15}"/>
          </ac:picMkLst>
        </pc:picChg>
        <pc:picChg chg="mod">
          <ac:chgData name="DORS Sebastien" userId="c8a8ab7e-62a9-47cc-be65-152bff4ab635" providerId="ADAL" clId="{33E94959-CDE2-43B6-9D83-0F64F62BF36D}" dt="2025-11-03T13:32:43.195" v="1453" actId="207"/>
          <ac:picMkLst>
            <pc:docMk/>
            <pc:sldMk cId="3890140898" sldId="259"/>
            <ac:picMk id="137" creationId="{451548AD-34EF-BB16-0A4A-E07EAD17EBA4}"/>
          </ac:picMkLst>
        </pc:picChg>
        <pc:picChg chg="mod">
          <ac:chgData name="DORS Sebastien" userId="c8a8ab7e-62a9-47cc-be65-152bff4ab635" providerId="ADAL" clId="{33E94959-CDE2-43B6-9D83-0F64F62BF36D}" dt="2025-11-03T13:32:50.564" v="1454" actId="207"/>
          <ac:picMkLst>
            <pc:docMk/>
            <pc:sldMk cId="3890140898" sldId="259"/>
            <ac:picMk id="144" creationId="{E8F3EF27-2284-75BD-F6C0-75EE7C947811}"/>
          </ac:picMkLst>
        </pc:picChg>
        <pc:picChg chg="mod">
          <ac:chgData name="DORS Sebastien" userId="c8a8ab7e-62a9-47cc-be65-152bff4ab635" providerId="ADAL" clId="{33E94959-CDE2-43B6-9D83-0F64F62BF36D}" dt="2025-11-03T13:32:50.564" v="1454" actId="207"/>
          <ac:picMkLst>
            <pc:docMk/>
            <pc:sldMk cId="3890140898" sldId="259"/>
            <ac:picMk id="145" creationId="{2861DCC2-2C0C-DE9E-9EEA-74B8B1FB65D2}"/>
          </ac:picMkLst>
        </pc:picChg>
        <pc:picChg chg="mod">
          <ac:chgData name="DORS Sebastien" userId="c8a8ab7e-62a9-47cc-be65-152bff4ab635" providerId="ADAL" clId="{33E94959-CDE2-43B6-9D83-0F64F62BF36D}" dt="2025-11-03T13:32:50.564" v="1454" actId="207"/>
          <ac:picMkLst>
            <pc:docMk/>
            <pc:sldMk cId="3890140898" sldId="259"/>
            <ac:picMk id="146" creationId="{CDEF293B-E4C1-F39D-000C-333AD77F2237}"/>
          </ac:picMkLst>
        </pc:picChg>
        <pc:picChg chg="add mod">
          <ac:chgData name="DORS Sebastien" userId="c8a8ab7e-62a9-47cc-be65-152bff4ab635" providerId="ADAL" clId="{33E94959-CDE2-43B6-9D83-0F64F62BF36D}" dt="2025-11-03T13:30:54.520" v="1438"/>
          <ac:picMkLst>
            <pc:docMk/>
            <pc:sldMk cId="3890140898" sldId="259"/>
            <ac:picMk id="152" creationId="{7F754159-2B44-C748-DBCF-3B28E6374892}"/>
          </ac:picMkLst>
        </pc:picChg>
        <pc:picChg chg="mod">
          <ac:chgData name="DORS Sebastien" userId="c8a8ab7e-62a9-47cc-be65-152bff4ab635" providerId="ADAL" clId="{33E94959-CDE2-43B6-9D83-0F64F62BF36D}" dt="2025-11-03T13:36:14.135" v="1484" actId="1036"/>
          <ac:picMkLst>
            <pc:docMk/>
            <pc:sldMk cId="3890140898" sldId="259"/>
            <ac:picMk id="154" creationId="{85E162FE-F8FB-A900-BCDA-E636B21135B0}"/>
          </ac:picMkLst>
        </pc:picChg>
        <pc:picChg chg="mod">
          <ac:chgData name="DORS Sebastien" userId="c8a8ab7e-62a9-47cc-be65-152bff4ab635" providerId="ADAL" clId="{33E94959-CDE2-43B6-9D83-0F64F62BF36D}" dt="2025-11-03T13:32:37.800" v="1452" actId="207"/>
          <ac:picMkLst>
            <pc:docMk/>
            <pc:sldMk cId="3890140898" sldId="259"/>
            <ac:picMk id="158" creationId="{156A4133-C93E-D785-BC5D-D269378AD94D}"/>
          </ac:picMkLst>
        </pc:picChg>
        <pc:picChg chg="mod">
          <ac:chgData name="DORS Sebastien" userId="c8a8ab7e-62a9-47cc-be65-152bff4ab635" providerId="ADAL" clId="{33E94959-CDE2-43B6-9D83-0F64F62BF36D}" dt="2025-11-03T13:32:37.800" v="1452" actId="207"/>
          <ac:picMkLst>
            <pc:docMk/>
            <pc:sldMk cId="3890140898" sldId="259"/>
            <ac:picMk id="159" creationId="{E715199F-E991-02A8-C868-61C4D5976C66}"/>
          </ac:picMkLst>
        </pc:picChg>
        <pc:picChg chg="add mod">
          <ac:chgData name="DORS Sebastien" userId="c8a8ab7e-62a9-47cc-be65-152bff4ab635" providerId="ADAL" clId="{33E94959-CDE2-43B6-9D83-0F64F62BF36D}" dt="2025-11-03T13:32:37.800" v="1452" actId="207"/>
          <ac:picMkLst>
            <pc:docMk/>
            <pc:sldMk cId="3890140898" sldId="259"/>
            <ac:picMk id="160" creationId="{807644E5-FF50-9108-93D9-DD6A8DFAB2E4}"/>
          </ac:picMkLst>
        </pc:picChg>
        <pc:cxnChg chg="mod ord">
          <ac:chgData name="DORS Sebastien" userId="c8a8ab7e-62a9-47cc-be65-152bff4ab635" providerId="ADAL" clId="{33E94959-CDE2-43B6-9D83-0F64F62BF36D}" dt="2025-11-03T10:19:18.833" v="213" actId="164"/>
          <ac:cxnSpMkLst>
            <pc:docMk/>
            <pc:sldMk cId="3890140898" sldId="259"/>
            <ac:cxnSpMk id="18" creationId="{BD36F9AA-D8A7-617E-999E-D10A303C9956}"/>
          </ac:cxnSpMkLst>
        </pc:cxnChg>
        <pc:cxnChg chg="del mod">
          <ac:chgData name="DORS Sebastien" userId="c8a8ab7e-62a9-47cc-be65-152bff4ab635" providerId="ADAL" clId="{33E94959-CDE2-43B6-9D83-0F64F62BF36D}" dt="2025-11-03T10:18:03.797" v="206" actId="478"/>
          <ac:cxnSpMkLst>
            <pc:docMk/>
            <pc:sldMk cId="3890140898" sldId="259"/>
            <ac:cxnSpMk id="41" creationId="{3D2AA99A-CBEE-847E-0E22-ED4DA81EF4F8}"/>
          </ac:cxnSpMkLst>
        </pc:cxnChg>
        <pc:cxnChg chg="mod">
          <ac:chgData name="DORS Sebastien" userId="c8a8ab7e-62a9-47cc-be65-152bff4ab635" providerId="ADAL" clId="{33E94959-CDE2-43B6-9D83-0F64F62BF36D}" dt="2025-11-03T10:11:46.659" v="149" actId="1076"/>
          <ac:cxnSpMkLst>
            <pc:docMk/>
            <pc:sldMk cId="3890140898" sldId="259"/>
            <ac:cxnSpMk id="47" creationId="{900EC584-34B7-A060-AF0B-AF6950B8D5BC}"/>
          </ac:cxnSpMkLst>
        </pc:cxnChg>
        <pc:cxnChg chg="add mod">
          <ac:chgData name="DORS Sebastien" userId="c8a8ab7e-62a9-47cc-be65-152bff4ab635" providerId="ADAL" clId="{33E94959-CDE2-43B6-9D83-0F64F62BF36D}" dt="2025-11-03T10:19:21.574" v="214" actId="164"/>
          <ac:cxnSpMkLst>
            <pc:docMk/>
            <pc:sldMk cId="3890140898" sldId="259"/>
            <ac:cxnSpMk id="56" creationId="{008A657B-B699-74F4-69EB-CD17A30DB3D1}"/>
          </ac:cxnSpMkLst>
        </pc:cxnChg>
        <pc:cxnChg chg="add mod">
          <ac:chgData name="DORS Sebastien" userId="c8a8ab7e-62a9-47cc-be65-152bff4ab635" providerId="ADAL" clId="{33E94959-CDE2-43B6-9D83-0F64F62BF36D}" dt="2025-11-03T10:19:24.611" v="215" actId="164"/>
          <ac:cxnSpMkLst>
            <pc:docMk/>
            <pc:sldMk cId="3890140898" sldId="259"/>
            <ac:cxnSpMk id="58" creationId="{97726517-AEE4-4C91-72D9-C7F8ECC09CD4}"/>
          </ac:cxnSpMkLst>
        </pc:cxnChg>
        <pc:cxnChg chg="add mod">
          <ac:chgData name="DORS Sebastien" userId="c8a8ab7e-62a9-47cc-be65-152bff4ab635" providerId="ADAL" clId="{33E94959-CDE2-43B6-9D83-0F64F62BF36D}" dt="2025-11-03T10:20:52.785" v="237"/>
          <ac:cxnSpMkLst>
            <pc:docMk/>
            <pc:sldMk cId="3890140898" sldId="259"/>
            <ac:cxnSpMk id="63" creationId="{8EEC809D-BBC6-35CF-3455-C57DCA7F921D}"/>
          </ac:cxnSpMkLst>
        </pc:cxnChg>
      </pc:sldChg>
      <pc:sldChg chg="addSp delSp modSp mod modTransition modNotesTx">
        <pc:chgData name="DORS Sebastien" userId="c8a8ab7e-62a9-47cc-be65-152bff4ab635" providerId="ADAL" clId="{33E94959-CDE2-43B6-9D83-0F64F62BF36D}" dt="2025-11-03T13:34:58.330" v="1481" actId="478"/>
        <pc:sldMkLst>
          <pc:docMk/>
          <pc:sldMk cId="56929600" sldId="260"/>
        </pc:sldMkLst>
        <pc:spChg chg="add del mod ord">
          <ac:chgData name="DORS Sebastien" userId="c8a8ab7e-62a9-47cc-be65-152bff4ab635" providerId="ADAL" clId="{33E94959-CDE2-43B6-9D83-0F64F62BF36D}" dt="2025-11-03T13:34:55.967" v="1480" actId="478"/>
          <ac:spMkLst>
            <pc:docMk/>
            <pc:sldMk cId="56929600" sldId="260"/>
            <ac:spMk id="4" creationId="{3F183895-2189-5EC4-EC4C-D742030FE0A0}"/>
          </ac:spMkLst>
        </pc:spChg>
        <pc:spChg chg="mod">
          <ac:chgData name="DORS Sebastien" userId="c8a8ab7e-62a9-47cc-be65-152bff4ab635" providerId="ADAL" clId="{33E94959-CDE2-43B6-9D83-0F64F62BF36D}" dt="2025-11-03T10:21:56.030" v="251" actId="164"/>
          <ac:spMkLst>
            <pc:docMk/>
            <pc:sldMk cId="56929600" sldId="260"/>
            <ac:spMk id="5" creationId="{39B8CE14-C42D-2187-F995-460E52F2D206}"/>
          </ac:spMkLst>
        </pc:spChg>
        <pc:spChg chg="mod">
          <ac:chgData name="DORS Sebastien" userId="c8a8ab7e-62a9-47cc-be65-152bff4ab635" providerId="ADAL" clId="{33E94959-CDE2-43B6-9D83-0F64F62BF36D}" dt="2025-11-03T10:22:02.085" v="252" actId="164"/>
          <ac:spMkLst>
            <pc:docMk/>
            <pc:sldMk cId="56929600" sldId="260"/>
            <ac:spMk id="6" creationId="{AACC3306-61D3-8638-74AD-DBDE1FCA8E95}"/>
          </ac:spMkLst>
        </pc:spChg>
        <pc:spChg chg="add mod">
          <ac:chgData name="DORS Sebastien" userId="c8a8ab7e-62a9-47cc-be65-152bff4ab635" providerId="ADAL" clId="{33E94959-CDE2-43B6-9D83-0F64F62BF36D}" dt="2025-11-03T10:12:03.473" v="151" actId="164"/>
          <ac:spMkLst>
            <pc:docMk/>
            <pc:sldMk cId="56929600" sldId="260"/>
            <ac:spMk id="7" creationId="{35DF4A9C-5742-8DED-D0C6-4DA9A515287A}"/>
          </ac:spMkLst>
        </pc:spChg>
        <pc:spChg chg="mod">
          <ac:chgData name="DORS Sebastien" userId="c8a8ab7e-62a9-47cc-be65-152bff4ab635" providerId="ADAL" clId="{33E94959-CDE2-43B6-9D83-0F64F62BF36D}" dt="2025-11-03T13:20:40.513" v="1351" actId="207"/>
          <ac:spMkLst>
            <pc:docMk/>
            <pc:sldMk cId="56929600" sldId="260"/>
            <ac:spMk id="8" creationId="{9069731B-1B79-90F3-DCC2-0335DFD513C5}"/>
          </ac:spMkLst>
        </pc:spChg>
        <pc:spChg chg="add mod">
          <ac:chgData name="DORS Sebastien" userId="c8a8ab7e-62a9-47cc-be65-152bff4ab635" providerId="ADAL" clId="{33E94959-CDE2-43B6-9D83-0F64F62BF36D}" dt="2025-11-03T10:12:06.463" v="152" actId="164"/>
          <ac:spMkLst>
            <pc:docMk/>
            <pc:sldMk cId="56929600" sldId="260"/>
            <ac:spMk id="9" creationId="{8DCC6DA0-0535-DB66-6E01-6DA007E8334B}"/>
          </ac:spMkLst>
        </pc:spChg>
        <pc:spChg chg="add mod">
          <ac:chgData name="DORS Sebastien" userId="c8a8ab7e-62a9-47cc-be65-152bff4ab635" providerId="ADAL" clId="{33E94959-CDE2-43B6-9D83-0F64F62BF36D}" dt="2025-11-03T10:12:09.449" v="153" actId="164"/>
          <ac:spMkLst>
            <pc:docMk/>
            <pc:sldMk cId="56929600" sldId="260"/>
            <ac:spMk id="11" creationId="{56D0F59B-38E6-454A-847B-E9533DF9AB8C}"/>
          </ac:spMkLst>
        </pc:spChg>
        <pc:spChg chg="mod ord">
          <ac:chgData name="DORS Sebastien" userId="c8a8ab7e-62a9-47cc-be65-152bff4ab635" providerId="ADAL" clId="{33E94959-CDE2-43B6-9D83-0F64F62BF36D}" dt="2025-11-03T13:34:37.890" v="1473" actId="1076"/>
          <ac:spMkLst>
            <pc:docMk/>
            <pc:sldMk cId="56929600" sldId="260"/>
            <ac:spMk id="12" creationId="{B1F9CBA9-C52A-F07B-34F9-6D11E8B15E44}"/>
          </ac:spMkLst>
        </pc:spChg>
        <pc:spChg chg="mod">
          <ac:chgData name="DORS Sebastien" userId="c8a8ab7e-62a9-47cc-be65-152bff4ab635" providerId="ADAL" clId="{33E94959-CDE2-43B6-9D83-0F64F62BF36D}" dt="2025-11-03T10:21:56.030" v="251" actId="164"/>
          <ac:spMkLst>
            <pc:docMk/>
            <pc:sldMk cId="56929600" sldId="260"/>
            <ac:spMk id="14" creationId="{5AE6F6EE-9A07-019B-DF0F-121E98E88E32}"/>
          </ac:spMkLst>
        </pc:spChg>
        <pc:spChg chg="mod">
          <ac:chgData name="DORS Sebastien" userId="c8a8ab7e-62a9-47cc-be65-152bff4ab635" providerId="ADAL" clId="{33E94959-CDE2-43B6-9D83-0F64F62BF36D}" dt="2025-11-03T10:21:56.030" v="251" actId="164"/>
          <ac:spMkLst>
            <pc:docMk/>
            <pc:sldMk cId="56929600" sldId="260"/>
            <ac:spMk id="15" creationId="{C40D9A2A-C398-70B5-6C60-88704E0D5566}"/>
          </ac:spMkLst>
        </pc:spChg>
        <pc:spChg chg="mod">
          <ac:chgData name="DORS Sebastien" userId="c8a8ab7e-62a9-47cc-be65-152bff4ab635" providerId="ADAL" clId="{33E94959-CDE2-43B6-9D83-0F64F62BF36D}" dt="2025-11-03T10:22:02.085" v="252" actId="164"/>
          <ac:spMkLst>
            <pc:docMk/>
            <pc:sldMk cId="56929600" sldId="260"/>
            <ac:spMk id="16" creationId="{80F8E362-F71C-528E-7939-E6C41B8DEA03}"/>
          </ac:spMkLst>
        </pc:spChg>
        <pc:spChg chg="mod">
          <ac:chgData name="DORS Sebastien" userId="c8a8ab7e-62a9-47cc-be65-152bff4ab635" providerId="ADAL" clId="{33E94959-CDE2-43B6-9D83-0F64F62BF36D}" dt="2025-11-03T10:22:02.085" v="252" actId="164"/>
          <ac:spMkLst>
            <pc:docMk/>
            <pc:sldMk cId="56929600" sldId="260"/>
            <ac:spMk id="17" creationId="{5841BF4E-BF40-9349-BC1B-37C73196EE02}"/>
          </ac:spMkLst>
        </pc:spChg>
        <pc:spChg chg="add mod">
          <ac:chgData name="DORS Sebastien" userId="c8a8ab7e-62a9-47cc-be65-152bff4ab635" providerId="ADAL" clId="{33E94959-CDE2-43B6-9D83-0F64F62BF36D}" dt="2025-11-03T10:12:03.473" v="151" actId="164"/>
          <ac:spMkLst>
            <pc:docMk/>
            <pc:sldMk cId="56929600" sldId="260"/>
            <ac:spMk id="19" creationId="{C7E3C60E-E019-5CCC-3378-D08921930509}"/>
          </ac:spMkLst>
        </pc:spChg>
        <pc:spChg chg="add mod">
          <ac:chgData name="DORS Sebastien" userId="c8a8ab7e-62a9-47cc-be65-152bff4ab635" providerId="ADAL" clId="{33E94959-CDE2-43B6-9D83-0F64F62BF36D}" dt="2025-11-03T10:12:03.473" v="151" actId="164"/>
          <ac:spMkLst>
            <pc:docMk/>
            <pc:sldMk cId="56929600" sldId="260"/>
            <ac:spMk id="21" creationId="{35A52386-F3B1-BC31-F669-009C06595CC3}"/>
          </ac:spMkLst>
        </pc:spChg>
        <pc:spChg chg="add mod">
          <ac:chgData name="DORS Sebastien" userId="c8a8ab7e-62a9-47cc-be65-152bff4ab635" providerId="ADAL" clId="{33E94959-CDE2-43B6-9D83-0F64F62BF36D}" dt="2025-11-03T10:12:06.463" v="152" actId="164"/>
          <ac:spMkLst>
            <pc:docMk/>
            <pc:sldMk cId="56929600" sldId="260"/>
            <ac:spMk id="23" creationId="{CEBD8D01-DF73-3713-2F35-3C6D19F89327}"/>
          </ac:spMkLst>
        </pc:spChg>
        <pc:spChg chg="add mod">
          <ac:chgData name="DORS Sebastien" userId="c8a8ab7e-62a9-47cc-be65-152bff4ab635" providerId="ADAL" clId="{33E94959-CDE2-43B6-9D83-0F64F62BF36D}" dt="2025-11-03T10:12:06.463" v="152" actId="164"/>
          <ac:spMkLst>
            <pc:docMk/>
            <pc:sldMk cId="56929600" sldId="260"/>
            <ac:spMk id="24" creationId="{6A8FAE9A-CD28-DD70-E9DF-7781E727DE1E}"/>
          </ac:spMkLst>
        </pc:spChg>
        <pc:spChg chg="add mod">
          <ac:chgData name="DORS Sebastien" userId="c8a8ab7e-62a9-47cc-be65-152bff4ab635" providerId="ADAL" clId="{33E94959-CDE2-43B6-9D83-0F64F62BF36D}" dt="2025-11-03T10:12:09.449" v="153" actId="164"/>
          <ac:spMkLst>
            <pc:docMk/>
            <pc:sldMk cId="56929600" sldId="260"/>
            <ac:spMk id="25" creationId="{1BEC1735-6ECF-A259-8AA5-4D7DAFF67BE5}"/>
          </ac:spMkLst>
        </pc:spChg>
        <pc:spChg chg="add mod">
          <ac:chgData name="DORS Sebastien" userId="c8a8ab7e-62a9-47cc-be65-152bff4ab635" providerId="ADAL" clId="{33E94959-CDE2-43B6-9D83-0F64F62BF36D}" dt="2025-11-03T10:12:09.449" v="153" actId="164"/>
          <ac:spMkLst>
            <pc:docMk/>
            <pc:sldMk cId="56929600" sldId="260"/>
            <ac:spMk id="28" creationId="{B8890BD7-6E65-BE27-7D4D-C08D35855751}"/>
          </ac:spMkLst>
        </pc:spChg>
        <pc:spChg chg="add mod">
          <ac:chgData name="DORS Sebastien" userId="c8a8ab7e-62a9-47cc-be65-152bff4ab635" providerId="ADAL" clId="{33E94959-CDE2-43B6-9D83-0F64F62BF36D}" dt="2025-11-03T10:12:09.449" v="153" actId="164"/>
          <ac:spMkLst>
            <pc:docMk/>
            <pc:sldMk cId="56929600" sldId="260"/>
            <ac:spMk id="32" creationId="{6B7446B2-EC1F-DF99-60D7-0DB7FE80ACA5}"/>
          </ac:spMkLst>
        </pc:spChg>
        <pc:spChg chg="mod">
          <ac:chgData name="DORS Sebastien" userId="c8a8ab7e-62a9-47cc-be65-152bff4ab635" providerId="ADAL" clId="{33E94959-CDE2-43B6-9D83-0F64F62BF36D}" dt="2025-11-03T10:15:08.161" v="188"/>
          <ac:spMkLst>
            <pc:docMk/>
            <pc:sldMk cId="56929600" sldId="260"/>
            <ac:spMk id="38" creationId="{33B6B857-E040-B670-7209-20A396E9D7F8}"/>
          </ac:spMkLst>
        </pc:spChg>
        <pc:spChg chg="mod">
          <ac:chgData name="DORS Sebastien" userId="c8a8ab7e-62a9-47cc-be65-152bff4ab635" providerId="ADAL" clId="{33E94959-CDE2-43B6-9D83-0F64F62BF36D}" dt="2025-11-03T10:15:08.161" v="188"/>
          <ac:spMkLst>
            <pc:docMk/>
            <pc:sldMk cId="56929600" sldId="260"/>
            <ac:spMk id="39" creationId="{A6407C20-7D62-FB2D-47F4-0C94215013B3}"/>
          </ac:spMkLst>
        </pc:spChg>
        <pc:spChg chg="mod">
          <ac:chgData name="DORS Sebastien" userId="c8a8ab7e-62a9-47cc-be65-152bff4ab635" providerId="ADAL" clId="{33E94959-CDE2-43B6-9D83-0F64F62BF36D}" dt="2025-11-03T10:15:08.161" v="188"/>
          <ac:spMkLst>
            <pc:docMk/>
            <pc:sldMk cId="56929600" sldId="260"/>
            <ac:spMk id="40" creationId="{6E45C190-8205-AFCF-8D46-3B4B3E46004C}"/>
          </ac:spMkLst>
        </pc:spChg>
        <pc:spChg chg="mod">
          <ac:chgData name="DORS Sebastien" userId="c8a8ab7e-62a9-47cc-be65-152bff4ab635" providerId="ADAL" clId="{33E94959-CDE2-43B6-9D83-0F64F62BF36D}" dt="2025-11-03T10:15:08.161" v="188"/>
          <ac:spMkLst>
            <pc:docMk/>
            <pc:sldMk cId="56929600" sldId="260"/>
            <ac:spMk id="42" creationId="{F32B011F-FB6A-3E38-4152-D7E25C07BFB6}"/>
          </ac:spMkLst>
        </pc:spChg>
        <pc:spChg chg="mod">
          <ac:chgData name="DORS Sebastien" userId="c8a8ab7e-62a9-47cc-be65-152bff4ab635" providerId="ADAL" clId="{33E94959-CDE2-43B6-9D83-0F64F62BF36D}" dt="2025-11-03T10:15:08.161" v="188"/>
          <ac:spMkLst>
            <pc:docMk/>
            <pc:sldMk cId="56929600" sldId="260"/>
            <ac:spMk id="43" creationId="{48E84C1D-0BE4-6C8E-B5F2-780EA6A60D7C}"/>
          </ac:spMkLst>
        </pc:spChg>
        <pc:spChg chg="mod">
          <ac:chgData name="DORS Sebastien" userId="c8a8ab7e-62a9-47cc-be65-152bff4ab635" providerId="ADAL" clId="{33E94959-CDE2-43B6-9D83-0F64F62BF36D}" dt="2025-11-03T10:15:08.161" v="188"/>
          <ac:spMkLst>
            <pc:docMk/>
            <pc:sldMk cId="56929600" sldId="260"/>
            <ac:spMk id="44" creationId="{45F6CE43-0A24-58BF-56DE-31B2F162CEA6}"/>
          </ac:spMkLst>
        </pc:spChg>
        <pc:spChg chg="mod">
          <ac:chgData name="DORS Sebastien" userId="c8a8ab7e-62a9-47cc-be65-152bff4ab635" providerId="ADAL" clId="{33E94959-CDE2-43B6-9D83-0F64F62BF36D}" dt="2025-11-03T10:15:08.161" v="188"/>
          <ac:spMkLst>
            <pc:docMk/>
            <pc:sldMk cId="56929600" sldId="260"/>
            <ac:spMk id="46" creationId="{2052AAAF-FC8B-361F-B3C3-5251BE0F45A6}"/>
          </ac:spMkLst>
        </pc:spChg>
        <pc:spChg chg="mod">
          <ac:chgData name="DORS Sebastien" userId="c8a8ab7e-62a9-47cc-be65-152bff4ab635" providerId="ADAL" clId="{33E94959-CDE2-43B6-9D83-0F64F62BF36D}" dt="2025-11-03T10:15:08.161" v="188"/>
          <ac:spMkLst>
            <pc:docMk/>
            <pc:sldMk cId="56929600" sldId="260"/>
            <ac:spMk id="47" creationId="{7EB15DA8-8980-5995-7CA1-CF076FE5E3BC}"/>
          </ac:spMkLst>
        </pc:spChg>
        <pc:spChg chg="mod">
          <ac:chgData name="DORS Sebastien" userId="c8a8ab7e-62a9-47cc-be65-152bff4ab635" providerId="ADAL" clId="{33E94959-CDE2-43B6-9D83-0F64F62BF36D}" dt="2025-11-03T10:15:08.161" v="188"/>
          <ac:spMkLst>
            <pc:docMk/>
            <pc:sldMk cId="56929600" sldId="260"/>
            <ac:spMk id="48" creationId="{58F500F3-DE38-430D-2C7E-4BCC72BD4ED6}"/>
          </ac:spMkLst>
        </pc:spChg>
        <pc:spChg chg="add del mod">
          <ac:chgData name="DORS Sebastien" userId="c8a8ab7e-62a9-47cc-be65-152bff4ab635" providerId="ADAL" clId="{33E94959-CDE2-43B6-9D83-0F64F62BF36D}" dt="2025-11-03T10:15:28.135" v="196" actId="478"/>
          <ac:spMkLst>
            <pc:docMk/>
            <pc:sldMk cId="56929600" sldId="260"/>
            <ac:spMk id="50" creationId="{5DC37E69-2939-CCD3-64B4-D3C025A6DE2A}"/>
          </ac:spMkLst>
        </pc:spChg>
        <pc:spChg chg="mod">
          <ac:chgData name="DORS Sebastien" userId="c8a8ab7e-62a9-47cc-be65-152bff4ab635" providerId="ADAL" clId="{33E94959-CDE2-43B6-9D83-0F64F62BF36D}" dt="2025-11-03T10:20:02.807" v="229"/>
          <ac:spMkLst>
            <pc:docMk/>
            <pc:sldMk cId="56929600" sldId="260"/>
            <ac:spMk id="54" creationId="{03A41D66-CCF0-2944-DBFA-55285FA938B5}"/>
          </ac:spMkLst>
        </pc:spChg>
        <pc:spChg chg="mod">
          <ac:chgData name="DORS Sebastien" userId="c8a8ab7e-62a9-47cc-be65-152bff4ab635" providerId="ADAL" clId="{33E94959-CDE2-43B6-9D83-0F64F62BF36D}" dt="2025-11-03T10:20:02.807" v="229"/>
          <ac:spMkLst>
            <pc:docMk/>
            <pc:sldMk cId="56929600" sldId="260"/>
            <ac:spMk id="55" creationId="{B60EAEC0-F38B-C3DA-DDD6-6418724D7804}"/>
          </ac:spMkLst>
        </pc:spChg>
        <pc:spChg chg="mod">
          <ac:chgData name="DORS Sebastien" userId="c8a8ab7e-62a9-47cc-be65-152bff4ab635" providerId="ADAL" clId="{33E94959-CDE2-43B6-9D83-0F64F62BF36D}" dt="2025-11-03T10:20:02.807" v="229"/>
          <ac:spMkLst>
            <pc:docMk/>
            <pc:sldMk cId="56929600" sldId="260"/>
            <ac:spMk id="56" creationId="{D4F8B0CA-0788-4F1C-2062-C19679FEE040}"/>
          </ac:spMkLst>
        </pc:spChg>
        <pc:spChg chg="mod">
          <ac:chgData name="DORS Sebastien" userId="c8a8ab7e-62a9-47cc-be65-152bff4ab635" providerId="ADAL" clId="{33E94959-CDE2-43B6-9D83-0F64F62BF36D}" dt="2025-11-03T10:20:02.807" v="229"/>
          <ac:spMkLst>
            <pc:docMk/>
            <pc:sldMk cId="56929600" sldId="260"/>
            <ac:spMk id="60" creationId="{BED4074B-3624-92B9-72A0-F5639B582B1C}"/>
          </ac:spMkLst>
        </pc:spChg>
        <pc:spChg chg="mod">
          <ac:chgData name="DORS Sebastien" userId="c8a8ab7e-62a9-47cc-be65-152bff4ab635" providerId="ADAL" clId="{33E94959-CDE2-43B6-9D83-0F64F62BF36D}" dt="2025-11-03T10:20:02.807" v="229"/>
          <ac:spMkLst>
            <pc:docMk/>
            <pc:sldMk cId="56929600" sldId="260"/>
            <ac:spMk id="61" creationId="{97E9C3EA-8214-D2EB-9B54-E638B45A32E6}"/>
          </ac:spMkLst>
        </pc:spChg>
        <pc:spChg chg="mod">
          <ac:chgData name="DORS Sebastien" userId="c8a8ab7e-62a9-47cc-be65-152bff4ab635" providerId="ADAL" clId="{33E94959-CDE2-43B6-9D83-0F64F62BF36D}" dt="2025-11-03T10:20:02.807" v="229"/>
          <ac:spMkLst>
            <pc:docMk/>
            <pc:sldMk cId="56929600" sldId="260"/>
            <ac:spMk id="62" creationId="{4CCFD469-68B1-F4F5-2B0A-BE3A08BBB86D}"/>
          </ac:spMkLst>
        </pc:spChg>
        <pc:spChg chg="mod">
          <ac:chgData name="DORS Sebastien" userId="c8a8ab7e-62a9-47cc-be65-152bff4ab635" providerId="ADAL" clId="{33E94959-CDE2-43B6-9D83-0F64F62BF36D}" dt="2025-11-03T10:20:02.807" v="229"/>
          <ac:spMkLst>
            <pc:docMk/>
            <pc:sldMk cId="56929600" sldId="260"/>
            <ac:spMk id="66" creationId="{978AD700-2259-8D3B-15DA-72E13B813CF6}"/>
          </ac:spMkLst>
        </pc:spChg>
        <pc:spChg chg="mod">
          <ac:chgData name="DORS Sebastien" userId="c8a8ab7e-62a9-47cc-be65-152bff4ab635" providerId="ADAL" clId="{33E94959-CDE2-43B6-9D83-0F64F62BF36D}" dt="2025-11-03T10:20:02.807" v="229"/>
          <ac:spMkLst>
            <pc:docMk/>
            <pc:sldMk cId="56929600" sldId="260"/>
            <ac:spMk id="67" creationId="{38E35485-2B9A-1B26-2AA8-5A11310E8F0E}"/>
          </ac:spMkLst>
        </pc:spChg>
        <pc:spChg chg="mod">
          <ac:chgData name="DORS Sebastien" userId="c8a8ab7e-62a9-47cc-be65-152bff4ab635" providerId="ADAL" clId="{33E94959-CDE2-43B6-9D83-0F64F62BF36D}" dt="2025-11-03T10:20:02.807" v="229"/>
          <ac:spMkLst>
            <pc:docMk/>
            <pc:sldMk cId="56929600" sldId="260"/>
            <ac:spMk id="68" creationId="{CB015ED4-1C14-FF31-5C12-6016942831EB}"/>
          </ac:spMkLst>
        </pc:spChg>
        <pc:spChg chg="add del mod">
          <ac:chgData name="DORS Sebastien" userId="c8a8ab7e-62a9-47cc-be65-152bff4ab635" providerId="ADAL" clId="{33E94959-CDE2-43B6-9D83-0F64F62BF36D}" dt="2025-11-03T10:28:24.802" v="313" actId="478"/>
          <ac:spMkLst>
            <pc:docMk/>
            <pc:sldMk cId="56929600" sldId="260"/>
            <ac:spMk id="82" creationId="{D10B7CE2-0CAC-7EA5-98E8-59AA2372687B}"/>
          </ac:spMkLst>
        </pc:spChg>
        <pc:spChg chg="add del mod">
          <ac:chgData name="DORS Sebastien" userId="c8a8ab7e-62a9-47cc-be65-152bff4ab635" providerId="ADAL" clId="{33E94959-CDE2-43B6-9D83-0F64F62BF36D}" dt="2025-11-03T10:28:24.802" v="313" actId="478"/>
          <ac:spMkLst>
            <pc:docMk/>
            <pc:sldMk cId="56929600" sldId="260"/>
            <ac:spMk id="83" creationId="{2568D213-2C60-30A0-1003-DFD6DBEAACD8}"/>
          </ac:spMkLst>
        </pc:spChg>
        <pc:spChg chg="add del mod">
          <ac:chgData name="DORS Sebastien" userId="c8a8ab7e-62a9-47cc-be65-152bff4ab635" providerId="ADAL" clId="{33E94959-CDE2-43B6-9D83-0F64F62BF36D}" dt="2025-11-03T10:29:28.514" v="317" actId="478"/>
          <ac:spMkLst>
            <pc:docMk/>
            <pc:sldMk cId="56929600" sldId="260"/>
            <ac:spMk id="85" creationId="{777780FC-202F-48A6-E41D-71B89B1E9C34}"/>
          </ac:spMkLst>
        </pc:spChg>
        <pc:spChg chg="add del mod">
          <ac:chgData name="DORS Sebastien" userId="c8a8ab7e-62a9-47cc-be65-152bff4ab635" providerId="ADAL" clId="{33E94959-CDE2-43B6-9D83-0F64F62BF36D}" dt="2025-11-03T10:29:28.514" v="317" actId="478"/>
          <ac:spMkLst>
            <pc:docMk/>
            <pc:sldMk cId="56929600" sldId="260"/>
            <ac:spMk id="86" creationId="{CB960757-F40D-D07B-3B98-3A93361DDDCB}"/>
          </ac:spMkLst>
        </pc:spChg>
        <pc:spChg chg="mod">
          <ac:chgData name="DORS Sebastien" userId="c8a8ab7e-62a9-47cc-be65-152bff4ab635" providerId="ADAL" clId="{33E94959-CDE2-43B6-9D83-0F64F62BF36D}" dt="2025-11-03T10:29:28.810" v="318"/>
          <ac:spMkLst>
            <pc:docMk/>
            <pc:sldMk cId="56929600" sldId="260"/>
            <ac:spMk id="89" creationId="{74F370DC-533D-139E-1B46-250C43841A4A}"/>
          </ac:spMkLst>
        </pc:spChg>
        <pc:spChg chg="mod">
          <ac:chgData name="DORS Sebastien" userId="c8a8ab7e-62a9-47cc-be65-152bff4ab635" providerId="ADAL" clId="{33E94959-CDE2-43B6-9D83-0F64F62BF36D}" dt="2025-11-03T10:29:28.810" v="318"/>
          <ac:spMkLst>
            <pc:docMk/>
            <pc:sldMk cId="56929600" sldId="260"/>
            <ac:spMk id="90" creationId="{C06479DB-9100-14AF-376B-255F4F435A6C}"/>
          </ac:spMkLst>
        </pc:spChg>
        <pc:spChg chg="del mod topLvl">
          <ac:chgData name="DORS Sebastien" userId="c8a8ab7e-62a9-47cc-be65-152bff4ab635" providerId="ADAL" clId="{33E94959-CDE2-43B6-9D83-0F64F62BF36D}" dt="2025-11-03T13:28:17.062" v="1424" actId="478"/>
          <ac:spMkLst>
            <pc:docMk/>
            <pc:sldMk cId="56929600" sldId="260"/>
            <ac:spMk id="93" creationId="{643C7171-D820-E5FF-D296-A9ADF557615F}"/>
          </ac:spMkLst>
        </pc:spChg>
        <pc:spChg chg="del mod topLvl">
          <ac:chgData name="DORS Sebastien" userId="c8a8ab7e-62a9-47cc-be65-152bff4ab635" providerId="ADAL" clId="{33E94959-CDE2-43B6-9D83-0F64F62BF36D}" dt="2025-11-03T13:28:17.062" v="1424" actId="478"/>
          <ac:spMkLst>
            <pc:docMk/>
            <pc:sldMk cId="56929600" sldId="260"/>
            <ac:spMk id="94" creationId="{44E3A235-CB72-8A3E-AA29-6859009B8B99}"/>
          </ac:spMkLst>
        </pc:spChg>
        <pc:spChg chg="del mod topLvl">
          <ac:chgData name="DORS Sebastien" userId="c8a8ab7e-62a9-47cc-be65-152bff4ab635" providerId="ADAL" clId="{33E94959-CDE2-43B6-9D83-0F64F62BF36D}" dt="2025-11-03T13:28:17.062" v="1424" actId="478"/>
          <ac:spMkLst>
            <pc:docMk/>
            <pc:sldMk cId="56929600" sldId="260"/>
            <ac:spMk id="97" creationId="{8F90BF13-8BBF-FA23-6190-9007697954E9}"/>
          </ac:spMkLst>
        </pc:spChg>
        <pc:spChg chg="del mod topLvl">
          <ac:chgData name="DORS Sebastien" userId="c8a8ab7e-62a9-47cc-be65-152bff4ab635" providerId="ADAL" clId="{33E94959-CDE2-43B6-9D83-0F64F62BF36D}" dt="2025-11-03T13:28:17.062" v="1424" actId="478"/>
          <ac:spMkLst>
            <pc:docMk/>
            <pc:sldMk cId="56929600" sldId="260"/>
            <ac:spMk id="99" creationId="{CCE6208F-2C85-3C6D-A7C1-7B3E54659126}"/>
          </ac:spMkLst>
        </pc:spChg>
        <pc:spChg chg="del mod topLvl">
          <ac:chgData name="DORS Sebastien" userId="c8a8ab7e-62a9-47cc-be65-152bff4ab635" providerId="ADAL" clId="{33E94959-CDE2-43B6-9D83-0F64F62BF36D}" dt="2025-11-03T13:28:17.062" v="1424" actId="478"/>
          <ac:spMkLst>
            <pc:docMk/>
            <pc:sldMk cId="56929600" sldId="260"/>
            <ac:spMk id="101" creationId="{441BC7BB-B220-7162-2D77-2AEBA63D018D}"/>
          </ac:spMkLst>
        </pc:spChg>
        <pc:spChg chg="del mod topLvl">
          <ac:chgData name="DORS Sebastien" userId="c8a8ab7e-62a9-47cc-be65-152bff4ab635" providerId="ADAL" clId="{33E94959-CDE2-43B6-9D83-0F64F62BF36D}" dt="2025-11-03T13:28:17.062" v="1424" actId="478"/>
          <ac:spMkLst>
            <pc:docMk/>
            <pc:sldMk cId="56929600" sldId="260"/>
            <ac:spMk id="102" creationId="{4D8C6DFA-994B-3178-8864-99BE6DAD238E}"/>
          </ac:spMkLst>
        </pc:spChg>
        <pc:spChg chg="add del mod">
          <ac:chgData name="DORS Sebastien" userId="c8a8ab7e-62a9-47cc-be65-152bff4ab635" providerId="ADAL" clId="{33E94959-CDE2-43B6-9D83-0F64F62BF36D}" dt="2025-11-03T13:28:17.062" v="1424" actId="478"/>
          <ac:spMkLst>
            <pc:docMk/>
            <pc:sldMk cId="56929600" sldId="260"/>
            <ac:spMk id="106" creationId="{715B3BEA-EBF0-731E-07A9-E24DBE1E08CE}"/>
          </ac:spMkLst>
        </pc:spChg>
        <pc:spChg chg="add del mod">
          <ac:chgData name="DORS Sebastien" userId="c8a8ab7e-62a9-47cc-be65-152bff4ab635" providerId="ADAL" clId="{33E94959-CDE2-43B6-9D83-0F64F62BF36D}" dt="2025-11-03T13:28:17.062" v="1424" actId="478"/>
          <ac:spMkLst>
            <pc:docMk/>
            <pc:sldMk cId="56929600" sldId="260"/>
            <ac:spMk id="107" creationId="{460A5FBA-EBDB-0398-D3DE-69374CCB718A}"/>
          </ac:spMkLst>
        </pc:spChg>
        <pc:spChg chg="add del mod ord topLvl">
          <ac:chgData name="DORS Sebastien" userId="c8a8ab7e-62a9-47cc-be65-152bff4ab635" providerId="ADAL" clId="{33E94959-CDE2-43B6-9D83-0F64F62BF36D}" dt="2025-11-03T13:34:58.330" v="1481" actId="478"/>
          <ac:spMkLst>
            <pc:docMk/>
            <pc:sldMk cId="56929600" sldId="260"/>
            <ac:spMk id="113" creationId="{5D14F819-E5AF-60CF-3B0E-D6E431396363}"/>
          </ac:spMkLst>
        </pc:spChg>
        <pc:spChg chg="mod">
          <ac:chgData name="DORS Sebastien" userId="c8a8ab7e-62a9-47cc-be65-152bff4ab635" providerId="ADAL" clId="{33E94959-CDE2-43B6-9D83-0F64F62BF36D}" dt="2025-11-03T13:26:42.293" v="1401"/>
          <ac:spMkLst>
            <pc:docMk/>
            <pc:sldMk cId="56929600" sldId="260"/>
            <ac:spMk id="118" creationId="{650D4750-2253-729F-05C3-3A716F9315BE}"/>
          </ac:spMkLst>
        </pc:spChg>
        <pc:spChg chg="mod">
          <ac:chgData name="DORS Sebastien" userId="c8a8ab7e-62a9-47cc-be65-152bff4ab635" providerId="ADAL" clId="{33E94959-CDE2-43B6-9D83-0F64F62BF36D}" dt="2025-11-03T13:26:42.293" v="1401"/>
          <ac:spMkLst>
            <pc:docMk/>
            <pc:sldMk cId="56929600" sldId="260"/>
            <ac:spMk id="119" creationId="{C46F6790-1134-4A5D-EBB9-55BBC5F03A1E}"/>
          </ac:spMkLst>
        </pc:spChg>
        <pc:spChg chg="mod">
          <ac:chgData name="DORS Sebastien" userId="c8a8ab7e-62a9-47cc-be65-152bff4ab635" providerId="ADAL" clId="{33E94959-CDE2-43B6-9D83-0F64F62BF36D}" dt="2025-11-03T13:26:42.293" v="1401"/>
          <ac:spMkLst>
            <pc:docMk/>
            <pc:sldMk cId="56929600" sldId="260"/>
            <ac:spMk id="120" creationId="{131332C2-76BE-E846-6981-5C30CE040124}"/>
          </ac:spMkLst>
        </pc:spChg>
        <pc:spChg chg="mod">
          <ac:chgData name="DORS Sebastien" userId="c8a8ab7e-62a9-47cc-be65-152bff4ab635" providerId="ADAL" clId="{33E94959-CDE2-43B6-9D83-0F64F62BF36D}" dt="2025-11-03T13:26:42.293" v="1401"/>
          <ac:spMkLst>
            <pc:docMk/>
            <pc:sldMk cId="56929600" sldId="260"/>
            <ac:spMk id="124" creationId="{CC726BED-3AED-1251-37AE-22B0DFAD8511}"/>
          </ac:spMkLst>
        </pc:spChg>
        <pc:spChg chg="mod">
          <ac:chgData name="DORS Sebastien" userId="c8a8ab7e-62a9-47cc-be65-152bff4ab635" providerId="ADAL" clId="{33E94959-CDE2-43B6-9D83-0F64F62BF36D}" dt="2025-11-03T13:26:42.293" v="1401"/>
          <ac:spMkLst>
            <pc:docMk/>
            <pc:sldMk cId="56929600" sldId="260"/>
            <ac:spMk id="125" creationId="{D3A9CD49-7855-96F6-DE81-DE39AB262990}"/>
          </ac:spMkLst>
        </pc:spChg>
        <pc:spChg chg="mod">
          <ac:chgData name="DORS Sebastien" userId="c8a8ab7e-62a9-47cc-be65-152bff4ab635" providerId="ADAL" clId="{33E94959-CDE2-43B6-9D83-0F64F62BF36D}" dt="2025-11-03T13:26:42.293" v="1401"/>
          <ac:spMkLst>
            <pc:docMk/>
            <pc:sldMk cId="56929600" sldId="260"/>
            <ac:spMk id="126" creationId="{C916BDDE-2A77-A872-0839-7AEC896E8D5F}"/>
          </ac:spMkLst>
        </pc:spChg>
        <pc:spChg chg="mod">
          <ac:chgData name="DORS Sebastien" userId="c8a8ab7e-62a9-47cc-be65-152bff4ab635" providerId="ADAL" clId="{33E94959-CDE2-43B6-9D83-0F64F62BF36D}" dt="2025-11-03T13:26:42.293" v="1401"/>
          <ac:spMkLst>
            <pc:docMk/>
            <pc:sldMk cId="56929600" sldId="260"/>
            <ac:spMk id="130" creationId="{55FAF278-AFAF-347B-DE94-6B90CFFDEC4B}"/>
          </ac:spMkLst>
        </pc:spChg>
        <pc:spChg chg="mod">
          <ac:chgData name="DORS Sebastien" userId="c8a8ab7e-62a9-47cc-be65-152bff4ab635" providerId="ADAL" clId="{33E94959-CDE2-43B6-9D83-0F64F62BF36D}" dt="2025-11-03T13:26:42.293" v="1401"/>
          <ac:spMkLst>
            <pc:docMk/>
            <pc:sldMk cId="56929600" sldId="260"/>
            <ac:spMk id="131" creationId="{9CE5F544-7396-7852-E94A-43D6E252C249}"/>
          </ac:spMkLst>
        </pc:spChg>
        <pc:spChg chg="mod">
          <ac:chgData name="DORS Sebastien" userId="c8a8ab7e-62a9-47cc-be65-152bff4ab635" providerId="ADAL" clId="{33E94959-CDE2-43B6-9D83-0F64F62BF36D}" dt="2025-11-03T13:26:42.293" v="1401"/>
          <ac:spMkLst>
            <pc:docMk/>
            <pc:sldMk cId="56929600" sldId="260"/>
            <ac:spMk id="132" creationId="{CE69787C-CCC6-1318-2DAD-770A7A7D70BD}"/>
          </ac:spMkLst>
        </pc:spChg>
        <pc:spChg chg="add mod">
          <ac:chgData name="DORS Sebastien" userId="c8a8ab7e-62a9-47cc-be65-152bff4ab635" providerId="ADAL" clId="{33E94959-CDE2-43B6-9D83-0F64F62BF36D}" dt="2025-11-03T13:28:29.138" v="1427" actId="1076"/>
          <ac:spMkLst>
            <pc:docMk/>
            <pc:sldMk cId="56929600" sldId="260"/>
            <ac:spMk id="133" creationId="{4882AB10-0AF5-F039-4DEF-C7CCFF16638B}"/>
          </ac:spMkLst>
        </pc:spChg>
        <pc:spChg chg="add mod">
          <ac:chgData name="DORS Sebastien" userId="c8a8ab7e-62a9-47cc-be65-152bff4ab635" providerId="ADAL" clId="{33E94959-CDE2-43B6-9D83-0F64F62BF36D}" dt="2025-11-03T13:28:29.138" v="1427" actId="1076"/>
          <ac:spMkLst>
            <pc:docMk/>
            <pc:sldMk cId="56929600" sldId="260"/>
            <ac:spMk id="134" creationId="{C7E05041-BF3C-3A8D-C3A6-DCDB32C57420}"/>
          </ac:spMkLst>
        </pc:spChg>
        <pc:spChg chg="add mod">
          <ac:chgData name="DORS Sebastien" userId="c8a8ab7e-62a9-47cc-be65-152bff4ab635" providerId="ADAL" clId="{33E94959-CDE2-43B6-9D83-0F64F62BF36D}" dt="2025-11-03T13:28:35.527" v="1428"/>
          <ac:spMkLst>
            <pc:docMk/>
            <pc:sldMk cId="56929600" sldId="260"/>
            <ac:spMk id="136" creationId="{13022784-1AC4-9DB3-C633-1FEF2E8FBC4A}"/>
          </ac:spMkLst>
        </pc:spChg>
        <pc:spChg chg="add mod">
          <ac:chgData name="DORS Sebastien" userId="c8a8ab7e-62a9-47cc-be65-152bff4ab635" providerId="ADAL" clId="{33E94959-CDE2-43B6-9D83-0F64F62BF36D}" dt="2025-11-03T13:28:35.527" v="1428"/>
          <ac:spMkLst>
            <pc:docMk/>
            <pc:sldMk cId="56929600" sldId="260"/>
            <ac:spMk id="138" creationId="{F468A997-4150-1419-8865-EF1408FA1521}"/>
          </ac:spMkLst>
        </pc:spChg>
        <pc:spChg chg="add mod">
          <ac:chgData name="DORS Sebastien" userId="c8a8ab7e-62a9-47cc-be65-152bff4ab635" providerId="ADAL" clId="{33E94959-CDE2-43B6-9D83-0F64F62BF36D}" dt="2025-11-03T13:28:35.527" v="1428"/>
          <ac:spMkLst>
            <pc:docMk/>
            <pc:sldMk cId="56929600" sldId="260"/>
            <ac:spMk id="139" creationId="{6A4D3327-08EE-F33B-083B-683C37562F35}"/>
          </ac:spMkLst>
        </pc:spChg>
        <pc:spChg chg="add mod">
          <ac:chgData name="DORS Sebastien" userId="c8a8ab7e-62a9-47cc-be65-152bff4ab635" providerId="ADAL" clId="{33E94959-CDE2-43B6-9D83-0F64F62BF36D}" dt="2025-11-03T13:28:35.527" v="1428"/>
          <ac:spMkLst>
            <pc:docMk/>
            <pc:sldMk cId="56929600" sldId="260"/>
            <ac:spMk id="140" creationId="{7AD11AB3-414F-C8CA-D098-5253D60F2176}"/>
          </ac:spMkLst>
        </pc:spChg>
        <pc:spChg chg="add mod">
          <ac:chgData name="DORS Sebastien" userId="c8a8ab7e-62a9-47cc-be65-152bff4ab635" providerId="ADAL" clId="{33E94959-CDE2-43B6-9D83-0F64F62BF36D}" dt="2025-11-03T13:28:35.527" v="1428"/>
          <ac:spMkLst>
            <pc:docMk/>
            <pc:sldMk cId="56929600" sldId="260"/>
            <ac:spMk id="144" creationId="{664808F2-55F3-781A-E11D-4F8420A3D982}"/>
          </ac:spMkLst>
        </pc:spChg>
        <pc:spChg chg="add mod">
          <ac:chgData name="DORS Sebastien" userId="c8a8ab7e-62a9-47cc-be65-152bff4ab635" providerId="ADAL" clId="{33E94959-CDE2-43B6-9D83-0F64F62BF36D}" dt="2025-11-03T13:34:45.077" v="1478" actId="1036"/>
          <ac:spMkLst>
            <pc:docMk/>
            <pc:sldMk cId="56929600" sldId="260"/>
            <ac:spMk id="145" creationId="{71450254-B89E-8988-680D-587A39CB07CA}"/>
          </ac:spMkLst>
        </pc:spChg>
        <pc:grpChg chg="add del mod">
          <ac:chgData name="DORS Sebastien" userId="c8a8ab7e-62a9-47cc-be65-152bff4ab635" providerId="ADAL" clId="{33E94959-CDE2-43B6-9D83-0F64F62BF36D}" dt="2025-11-03T10:15:07.610" v="187" actId="478"/>
          <ac:grpSpMkLst>
            <pc:docMk/>
            <pc:sldMk cId="56929600" sldId="260"/>
            <ac:grpSpMk id="33" creationId="{023CBD5E-D2CA-639D-27A7-6A393A629B88}"/>
          </ac:grpSpMkLst>
        </pc:grpChg>
        <pc:grpChg chg="add del mod">
          <ac:chgData name="DORS Sebastien" userId="c8a8ab7e-62a9-47cc-be65-152bff4ab635" providerId="ADAL" clId="{33E94959-CDE2-43B6-9D83-0F64F62BF36D}" dt="2025-11-03T10:15:07.610" v="187" actId="478"/>
          <ac:grpSpMkLst>
            <pc:docMk/>
            <pc:sldMk cId="56929600" sldId="260"/>
            <ac:grpSpMk id="34" creationId="{2E0920FE-F9F0-6E49-8959-CBF78E782757}"/>
          </ac:grpSpMkLst>
        </pc:grpChg>
        <pc:grpChg chg="add del mod">
          <ac:chgData name="DORS Sebastien" userId="c8a8ab7e-62a9-47cc-be65-152bff4ab635" providerId="ADAL" clId="{33E94959-CDE2-43B6-9D83-0F64F62BF36D}" dt="2025-11-03T10:15:07.610" v="187" actId="478"/>
          <ac:grpSpMkLst>
            <pc:docMk/>
            <pc:sldMk cId="56929600" sldId="260"/>
            <ac:grpSpMk id="36" creationId="{33186C80-0E04-4631-11E8-8870CF498DB3}"/>
          </ac:grpSpMkLst>
        </pc:grpChg>
        <pc:grpChg chg="del mod">
          <ac:chgData name="DORS Sebastien" userId="c8a8ab7e-62a9-47cc-be65-152bff4ab635" providerId="ADAL" clId="{33E94959-CDE2-43B6-9D83-0F64F62BF36D}" dt="2025-11-03T10:20:02.503" v="228" actId="478"/>
          <ac:grpSpMkLst>
            <pc:docMk/>
            <pc:sldMk cId="56929600" sldId="260"/>
            <ac:grpSpMk id="37" creationId="{CC09D83B-3C8D-B28B-F701-2FD0FA7023E0}"/>
          </ac:grpSpMkLst>
        </pc:grpChg>
        <pc:grpChg chg="del mod">
          <ac:chgData name="DORS Sebastien" userId="c8a8ab7e-62a9-47cc-be65-152bff4ab635" providerId="ADAL" clId="{33E94959-CDE2-43B6-9D83-0F64F62BF36D}" dt="2025-11-03T10:20:02.503" v="228" actId="478"/>
          <ac:grpSpMkLst>
            <pc:docMk/>
            <pc:sldMk cId="56929600" sldId="260"/>
            <ac:grpSpMk id="41" creationId="{5EE110C8-9B91-B963-08A8-A873284F2E99}"/>
          </ac:grpSpMkLst>
        </pc:grpChg>
        <pc:grpChg chg="del mod">
          <ac:chgData name="DORS Sebastien" userId="c8a8ab7e-62a9-47cc-be65-152bff4ab635" providerId="ADAL" clId="{33E94959-CDE2-43B6-9D83-0F64F62BF36D}" dt="2025-11-03T10:20:02.503" v="228" actId="478"/>
          <ac:grpSpMkLst>
            <pc:docMk/>
            <pc:sldMk cId="56929600" sldId="260"/>
            <ac:grpSpMk id="45" creationId="{C5CC2777-BEAC-59A2-040E-7D0E67170391}"/>
          </ac:grpSpMkLst>
        </pc:grpChg>
        <pc:grpChg chg="add del mod">
          <ac:chgData name="DORS Sebastien" userId="c8a8ab7e-62a9-47cc-be65-152bff4ab635" providerId="ADAL" clId="{33E94959-CDE2-43B6-9D83-0F64F62BF36D}" dt="2025-11-03T13:26:42.003" v="1400" actId="478"/>
          <ac:grpSpMkLst>
            <pc:docMk/>
            <pc:sldMk cId="56929600" sldId="260"/>
            <ac:grpSpMk id="51" creationId="{5954F65E-A2CB-8439-D9C2-509B8AC26A1F}"/>
          </ac:grpSpMkLst>
        </pc:grpChg>
        <pc:grpChg chg="del mod">
          <ac:chgData name="DORS Sebastien" userId="c8a8ab7e-62a9-47cc-be65-152bff4ab635" providerId="ADAL" clId="{33E94959-CDE2-43B6-9D83-0F64F62BF36D}" dt="2025-11-03T13:26:42.003" v="1400" actId="478"/>
          <ac:grpSpMkLst>
            <pc:docMk/>
            <pc:sldMk cId="56929600" sldId="260"/>
            <ac:grpSpMk id="57" creationId="{A2835C09-17C1-EECB-D346-109049657D8B}"/>
          </ac:grpSpMkLst>
        </pc:grpChg>
        <pc:grpChg chg="del mod">
          <ac:chgData name="DORS Sebastien" userId="c8a8ab7e-62a9-47cc-be65-152bff4ab635" providerId="ADAL" clId="{33E94959-CDE2-43B6-9D83-0F64F62BF36D}" dt="2025-11-03T13:26:42.003" v="1400" actId="478"/>
          <ac:grpSpMkLst>
            <pc:docMk/>
            <pc:sldMk cId="56929600" sldId="260"/>
            <ac:grpSpMk id="63" creationId="{E7F2A3A6-FD1F-F5C7-D722-CAA949BB6512}"/>
          </ac:grpSpMkLst>
        </pc:grpChg>
        <pc:grpChg chg="add mod topLvl">
          <ac:chgData name="DORS Sebastien" userId="c8a8ab7e-62a9-47cc-be65-152bff4ab635" providerId="ADAL" clId="{33E94959-CDE2-43B6-9D83-0F64F62BF36D}" dt="2025-11-03T13:34:58.330" v="1481" actId="478"/>
          <ac:grpSpMkLst>
            <pc:docMk/>
            <pc:sldMk cId="56929600" sldId="260"/>
            <ac:grpSpMk id="79" creationId="{F7632BB6-10BA-C3B6-9FBF-698D38D535D6}"/>
          </ac:grpSpMkLst>
        </pc:grpChg>
        <pc:grpChg chg="add mod">
          <ac:chgData name="DORS Sebastien" userId="c8a8ab7e-62a9-47cc-be65-152bff4ab635" providerId="ADAL" clId="{33E94959-CDE2-43B6-9D83-0F64F62BF36D}" dt="2025-11-03T12:54:57.980" v="469" actId="14861"/>
          <ac:grpSpMkLst>
            <pc:docMk/>
            <pc:sldMk cId="56929600" sldId="260"/>
            <ac:grpSpMk id="80" creationId="{E2E2D599-E5A0-C809-42C8-3CDF1B54B2EE}"/>
          </ac:grpSpMkLst>
        </pc:grpChg>
        <pc:grpChg chg="add mod">
          <ac:chgData name="DORS Sebastien" userId="c8a8ab7e-62a9-47cc-be65-152bff4ab635" providerId="ADAL" clId="{33E94959-CDE2-43B6-9D83-0F64F62BF36D}" dt="2025-11-03T13:31:17.153" v="1440" actId="1076"/>
          <ac:grpSpMkLst>
            <pc:docMk/>
            <pc:sldMk cId="56929600" sldId="260"/>
            <ac:grpSpMk id="81" creationId="{3E15D1A6-6C6E-0AC7-C9CB-D9471BEB2885}"/>
          </ac:grpSpMkLst>
        </pc:grpChg>
        <pc:grpChg chg="add del mod">
          <ac:chgData name="DORS Sebastien" userId="c8a8ab7e-62a9-47cc-be65-152bff4ab635" providerId="ADAL" clId="{33E94959-CDE2-43B6-9D83-0F64F62BF36D}" dt="2025-11-03T10:30:33.372" v="327" actId="478"/>
          <ac:grpSpMkLst>
            <pc:docMk/>
            <pc:sldMk cId="56929600" sldId="260"/>
            <ac:grpSpMk id="88" creationId="{8DE23E1E-3B42-7FD0-00BC-E6AA908E17F8}"/>
          </ac:grpSpMkLst>
        </pc:grpChg>
        <pc:grpChg chg="mod">
          <ac:chgData name="DORS Sebastien" userId="c8a8ab7e-62a9-47cc-be65-152bff4ab635" providerId="ADAL" clId="{33E94959-CDE2-43B6-9D83-0F64F62BF36D}" dt="2025-11-03T10:34:40.773" v="387" actId="1076"/>
          <ac:grpSpMkLst>
            <pc:docMk/>
            <pc:sldMk cId="56929600" sldId="260"/>
            <ac:grpSpMk id="92" creationId="{44306C74-5C4F-0317-2C94-92E1FBA6E572}"/>
          </ac:grpSpMkLst>
        </pc:grpChg>
        <pc:grpChg chg="mod">
          <ac:chgData name="DORS Sebastien" userId="c8a8ab7e-62a9-47cc-be65-152bff4ab635" providerId="ADAL" clId="{33E94959-CDE2-43B6-9D83-0F64F62BF36D}" dt="2025-11-03T10:34:40.773" v="387" actId="1076"/>
          <ac:grpSpMkLst>
            <pc:docMk/>
            <pc:sldMk cId="56929600" sldId="260"/>
            <ac:grpSpMk id="96" creationId="{33751BE5-9E34-6CC3-ABED-B5EFA38A880C}"/>
          </ac:grpSpMkLst>
        </pc:grpChg>
        <pc:grpChg chg="mod">
          <ac:chgData name="DORS Sebastien" userId="c8a8ab7e-62a9-47cc-be65-152bff4ab635" providerId="ADAL" clId="{33E94959-CDE2-43B6-9D83-0F64F62BF36D}" dt="2025-11-03T10:34:40.773" v="387" actId="1076"/>
          <ac:grpSpMkLst>
            <pc:docMk/>
            <pc:sldMk cId="56929600" sldId="260"/>
            <ac:grpSpMk id="100" creationId="{3D4DF4CF-46A3-6E54-ADDF-EDBB6B4DD273}"/>
          </ac:grpSpMkLst>
        </pc:grpChg>
        <pc:grpChg chg="add del mod">
          <ac:chgData name="DORS Sebastien" userId="c8a8ab7e-62a9-47cc-be65-152bff4ab635" providerId="ADAL" clId="{33E94959-CDE2-43B6-9D83-0F64F62BF36D}" dt="2025-11-03T13:34:58.330" v="1481" actId="478"/>
          <ac:grpSpMkLst>
            <pc:docMk/>
            <pc:sldMk cId="56929600" sldId="260"/>
            <ac:grpSpMk id="114" creationId="{465B344E-3D62-16A1-C3D3-C6E1D3B0C857}"/>
          </ac:grpSpMkLst>
        </pc:grpChg>
        <pc:grpChg chg="mod">
          <ac:chgData name="DORS Sebastien" userId="c8a8ab7e-62a9-47cc-be65-152bff4ab635" providerId="ADAL" clId="{33E94959-CDE2-43B6-9D83-0F64F62BF36D}" dt="2025-11-03T13:26:47.629" v="1404" actId="1076"/>
          <ac:grpSpMkLst>
            <pc:docMk/>
            <pc:sldMk cId="56929600" sldId="260"/>
            <ac:grpSpMk id="115" creationId="{AFB94892-2806-ACEE-21FA-C0DDEDE6CD71}"/>
          </ac:grpSpMkLst>
        </pc:grpChg>
        <pc:grpChg chg="mod">
          <ac:chgData name="DORS Sebastien" userId="c8a8ab7e-62a9-47cc-be65-152bff4ab635" providerId="ADAL" clId="{33E94959-CDE2-43B6-9D83-0F64F62BF36D}" dt="2025-11-03T13:26:55.189" v="1405" actId="1076"/>
          <ac:grpSpMkLst>
            <pc:docMk/>
            <pc:sldMk cId="56929600" sldId="260"/>
            <ac:grpSpMk id="121" creationId="{1F4FFF74-B546-194D-A458-35028ED91FC6}"/>
          </ac:grpSpMkLst>
        </pc:grpChg>
        <pc:grpChg chg="mod">
          <ac:chgData name="DORS Sebastien" userId="c8a8ab7e-62a9-47cc-be65-152bff4ab635" providerId="ADAL" clId="{33E94959-CDE2-43B6-9D83-0F64F62BF36D}" dt="2025-11-03T13:26:42.293" v="1401"/>
          <ac:grpSpMkLst>
            <pc:docMk/>
            <pc:sldMk cId="56929600" sldId="260"/>
            <ac:grpSpMk id="122" creationId="{C3A9C910-B4D6-EA1B-5F0E-A3F3A0F76758}"/>
          </ac:grpSpMkLst>
        </pc:grpChg>
        <pc:grpChg chg="mod">
          <ac:chgData name="DORS Sebastien" userId="c8a8ab7e-62a9-47cc-be65-152bff4ab635" providerId="ADAL" clId="{33E94959-CDE2-43B6-9D83-0F64F62BF36D}" dt="2025-11-03T13:26:57.362" v="1406" actId="1076"/>
          <ac:grpSpMkLst>
            <pc:docMk/>
            <pc:sldMk cId="56929600" sldId="260"/>
            <ac:grpSpMk id="127" creationId="{E9E81667-B4A6-8460-A8A3-77F2DC23378B}"/>
          </ac:grpSpMkLst>
        </pc:grpChg>
        <pc:picChg chg="mod">
          <ac:chgData name="DORS Sebastien" userId="c8a8ab7e-62a9-47cc-be65-152bff4ab635" providerId="ADAL" clId="{33E94959-CDE2-43B6-9D83-0F64F62BF36D}" dt="2025-11-03T13:32:26.536" v="1451" actId="207"/>
          <ac:picMkLst>
            <pc:docMk/>
            <pc:sldMk cId="56929600" sldId="260"/>
            <ac:picMk id="10" creationId="{F3EED8F0-F6D5-DF13-9651-3209FA197839}"/>
          </ac:picMkLst>
        </pc:picChg>
        <pc:picChg chg="mod">
          <ac:chgData name="DORS Sebastien" userId="c8a8ab7e-62a9-47cc-be65-152bff4ab635" providerId="ADAL" clId="{33E94959-CDE2-43B6-9D83-0F64F62BF36D}" dt="2025-11-03T13:32:26.536" v="1451" actId="207"/>
          <ac:picMkLst>
            <pc:docMk/>
            <pc:sldMk cId="56929600" sldId="260"/>
            <ac:picMk id="13" creationId="{8B5598E0-7281-106D-6921-E4B665149653}"/>
          </ac:picMkLst>
        </pc:picChg>
        <pc:picChg chg="mod">
          <ac:chgData name="DORS Sebastien" userId="c8a8ab7e-62a9-47cc-be65-152bff4ab635" providerId="ADAL" clId="{33E94959-CDE2-43B6-9D83-0F64F62BF36D}" dt="2025-11-03T13:32:22.938" v="1450" actId="207"/>
          <ac:picMkLst>
            <pc:docMk/>
            <pc:sldMk cId="56929600" sldId="260"/>
            <ac:picMk id="20" creationId="{14707535-002B-FAF4-5423-99234DF921AC}"/>
          </ac:picMkLst>
        </pc:picChg>
        <pc:picChg chg="mod">
          <ac:chgData name="DORS Sebastien" userId="c8a8ab7e-62a9-47cc-be65-152bff4ab635" providerId="ADAL" clId="{33E94959-CDE2-43B6-9D83-0F64F62BF36D}" dt="2025-11-03T13:32:22.938" v="1450" actId="207"/>
          <ac:picMkLst>
            <pc:docMk/>
            <pc:sldMk cId="56929600" sldId="260"/>
            <ac:picMk id="22" creationId="{BD6DC2EC-42DF-32FD-E867-7F95576DA888}"/>
          </ac:picMkLst>
        </pc:picChg>
        <pc:picChg chg="mod">
          <ac:chgData name="DORS Sebastien" userId="c8a8ab7e-62a9-47cc-be65-152bff4ab635" providerId="ADAL" clId="{33E94959-CDE2-43B6-9D83-0F64F62BF36D}" dt="2025-11-03T13:32:22.938" v="1450" actId="207"/>
          <ac:picMkLst>
            <pc:docMk/>
            <pc:sldMk cId="56929600" sldId="260"/>
            <ac:picMk id="26" creationId="{49993D6B-6A62-3717-E240-7B5054C86F63}"/>
          </ac:picMkLst>
        </pc:picChg>
        <pc:picChg chg="mod">
          <ac:chgData name="DORS Sebastien" userId="c8a8ab7e-62a9-47cc-be65-152bff4ab635" providerId="ADAL" clId="{33E94959-CDE2-43B6-9D83-0F64F62BF36D}" dt="2025-11-03T13:32:18.030" v="1449" actId="207"/>
          <ac:picMkLst>
            <pc:docMk/>
            <pc:sldMk cId="56929600" sldId="260"/>
            <ac:picMk id="29" creationId="{D8AB9024-D3FE-C351-DAD9-58A213663500}"/>
          </ac:picMkLst>
        </pc:picChg>
        <pc:picChg chg="mod">
          <ac:chgData name="DORS Sebastien" userId="c8a8ab7e-62a9-47cc-be65-152bff4ab635" providerId="ADAL" clId="{33E94959-CDE2-43B6-9D83-0F64F62BF36D}" dt="2025-11-03T13:32:18.030" v="1449" actId="207"/>
          <ac:picMkLst>
            <pc:docMk/>
            <pc:sldMk cId="56929600" sldId="260"/>
            <ac:picMk id="31" creationId="{78881C90-668F-81B4-F18E-8D098043C674}"/>
          </ac:picMkLst>
        </pc:picChg>
        <pc:picChg chg="mod">
          <ac:chgData name="DORS Sebastien" userId="c8a8ab7e-62a9-47cc-be65-152bff4ab635" providerId="ADAL" clId="{33E94959-CDE2-43B6-9D83-0F64F62BF36D}" dt="2025-11-03T13:32:18.030" v="1449" actId="207"/>
          <ac:picMkLst>
            <pc:docMk/>
            <pc:sldMk cId="56929600" sldId="260"/>
            <ac:picMk id="35" creationId="{9136E7B8-E398-033D-3295-19BF47214126}"/>
          </ac:picMkLst>
        </pc:picChg>
        <pc:picChg chg="add del mod">
          <ac:chgData name="DORS Sebastien" userId="c8a8ab7e-62a9-47cc-be65-152bff4ab635" providerId="ADAL" clId="{33E94959-CDE2-43B6-9D83-0F64F62BF36D}" dt="2025-11-03T10:28:24.802" v="313" actId="478"/>
          <ac:picMkLst>
            <pc:docMk/>
            <pc:sldMk cId="56929600" sldId="260"/>
            <ac:picMk id="84" creationId="{B5C22A21-CC58-93F7-FBB4-E96256472E58}"/>
          </ac:picMkLst>
        </pc:picChg>
        <pc:picChg chg="add del mod">
          <ac:chgData name="DORS Sebastien" userId="c8a8ab7e-62a9-47cc-be65-152bff4ab635" providerId="ADAL" clId="{33E94959-CDE2-43B6-9D83-0F64F62BF36D}" dt="2025-11-03T10:29:28.514" v="317" actId="478"/>
          <ac:picMkLst>
            <pc:docMk/>
            <pc:sldMk cId="56929600" sldId="260"/>
            <ac:picMk id="87" creationId="{28F2EC79-D466-4F0E-B7BF-A59E57929AA5}"/>
          </ac:picMkLst>
        </pc:picChg>
        <pc:picChg chg="mod">
          <ac:chgData name="DORS Sebastien" userId="c8a8ab7e-62a9-47cc-be65-152bff4ab635" providerId="ADAL" clId="{33E94959-CDE2-43B6-9D83-0F64F62BF36D}" dt="2025-11-03T10:29:28.810" v="318"/>
          <ac:picMkLst>
            <pc:docMk/>
            <pc:sldMk cId="56929600" sldId="260"/>
            <ac:picMk id="91" creationId="{462F73E8-65BB-7D26-15DF-8B7672980316}"/>
          </ac:picMkLst>
        </pc:picChg>
        <pc:picChg chg="mod">
          <ac:chgData name="DORS Sebastien" userId="c8a8ab7e-62a9-47cc-be65-152bff4ab635" providerId="ADAL" clId="{33E94959-CDE2-43B6-9D83-0F64F62BF36D}" dt="2025-11-03T10:34:53.850" v="390" actId="1076"/>
          <ac:picMkLst>
            <pc:docMk/>
            <pc:sldMk cId="56929600" sldId="260"/>
            <ac:picMk id="95" creationId="{C9144377-7201-9EEB-DB2F-E9D0C9D3A517}"/>
          </ac:picMkLst>
        </pc:picChg>
        <pc:picChg chg="mod topLvl">
          <ac:chgData name="DORS Sebastien" userId="c8a8ab7e-62a9-47cc-be65-152bff4ab635" providerId="ADAL" clId="{33E94959-CDE2-43B6-9D83-0F64F62BF36D}" dt="2025-11-03T10:34:45.861" v="388" actId="165"/>
          <ac:picMkLst>
            <pc:docMk/>
            <pc:sldMk cId="56929600" sldId="260"/>
            <ac:picMk id="98" creationId="{50452B11-673B-F499-C3FC-139A15F8358E}"/>
          </ac:picMkLst>
        </pc:picChg>
        <pc:picChg chg="del mod topLvl">
          <ac:chgData name="DORS Sebastien" userId="c8a8ab7e-62a9-47cc-be65-152bff4ab635" providerId="ADAL" clId="{33E94959-CDE2-43B6-9D83-0F64F62BF36D}" dt="2025-11-03T13:28:17.062" v="1424" actId="478"/>
          <ac:picMkLst>
            <pc:docMk/>
            <pc:sldMk cId="56929600" sldId="260"/>
            <ac:picMk id="103" creationId="{7B781EC5-D296-492D-6515-A9AC034EC594}"/>
          </ac:picMkLst>
        </pc:picChg>
        <pc:picChg chg="mod topLvl">
          <ac:chgData name="DORS Sebastien" userId="c8a8ab7e-62a9-47cc-be65-152bff4ab635" providerId="ADAL" clId="{33E94959-CDE2-43B6-9D83-0F64F62BF36D}" dt="2025-11-03T10:34:45.861" v="388" actId="165"/>
          <ac:picMkLst>
            <pc:docMk/>
            <pc:sldMk cId="56929600" sldId="260"/>
            <ac:picMk id="104" creationId="{F142BFC8-21F1-B611-AD4D-FD6B8DA4BFA7}"/>
          </ac:picMkLst>
        </pc:picChg>
        <pc:picChg chg="del mod topLvl">
          <ac:chgData name="DORS Sebastien" userId="c8a8ab7e-62a9-47cc-be65-152bff4ab635" providerId="ADAL" clId="{33E94959-CDE2-43B6-9D83-0F64F62BF36D}" dt="2025-11-03T13:28:17.062" v="1424" actId="478"/>
          <ac:picMkLst>
            <pc:docMk/>
            <pc:sldMk cId="56929600" sldId="260"/>
            <ac:picMk id="105" creationId="{C2701BB8-447B-1479-17B4-91FEE0095F2A}"/>
          </ac:picMkLst>
        </pc:picChg>
        <pc:picChg chg="add mod">
          <ac:chgData name="DORS Sebastien" userId="c8a8ab7e-62a9-47cc-be65-152bff4ab635" providerId="ADAL" clId="{33E94959-CDE2-43B6-9D83-0F64F62BF36D}" dt="2025-11-03T13:28:29.138" v="1427" actId="1076"/>
          <ac:picMkLst>
            <pc:docMk/>
            <pc:sldMk cId="56929600" sldId="260"/>
            <ac:picMk id="135" creationId="{3C13A600-BD46-0C22-D614-373DB7E69FFB}"/>
          </ac:picMkLst>
        </pc:picChg>
        <pc:picChg chg="add mod">
          <ac:chgData name="DORS Sebastien" userId="c8a8ab7e-62a9-47cc-be65-152bff4ab635" providerId="ADAL" clId="{33E94959-CDE2-43B6-9D83-0F64F62BF36D}" dt="2025-11-03T13:28:35.527" v="1428"/>
          <ac:picMkLst>
            <pc:docMk/>
            <pc:sldMk cId="56929600" sldId="260"/>
            <ac:picMk id="137" creationId="{D70C285B-F61D-EFB3-2C2B-8E2EDECF1107}"/>
          </ac:picMkLst>
        </pc:picChg>
        <pc:picChg chg="add mod">
          <ac:chgData name="DORS Sebastien" userId="c8a8ab7e-62a9-47cc-be65-152bff4ab635" providerId="ADAL" clId="{33E94959-CDE2-43B6-9D83-0F64F62BF36D}" dt="2025-11-03T13:28:35.527" v="1428"/>
          <ac:picMkLst>
            <pc:docMk/>
            <pc:sldMk cId="56929600" sldId="260"/>
            <ac:picMk id="141" creationId="{1FC1BCAE-1B4D-CAE9-0703-0216CEB481DB}"/>
          </ac:picMkLst>
        </pc:picChg>
        <pc:picChg chg="add mod">
          <ac:chgData name="DORS Sebastien" userId="c8a8ab7e-62a9-47cc-be65-152bff4ab635" providerId="ADAL" clId="{33E94959-CDE2-43B6-9D83-0F64F62BF36D}" dt="2025-11-03T13:28:35.527" v="1428"/>
          <ac:picMkLst>
            <pc:docMk/>
            <pc:sldMk cId="56929600" sldId="260"/>
            <ac:picMk id="142" creationId="{24AD5B4C-440C-A109-6B4F-6B3F8644EBB7}"/>
          </ac:picMkLst>
        </pc:picChg>
        <pc:picChg chg="add mod">
          <ac:chgData name="DORS Sebastien" userId="c8a8ab7e-62a9-47cc-be65-152bff4ab635" providerId="ADAL" clId="{33E94959-CDE2-43B6-9D83-0F64F62BF36D}" dt="2025-11-03T13:28:35.527" v="1428"/>
          <ac:picMkLst>
            <pc:docMk/>
            <pc:sldMk cId="56929600" sldId="260"/>
            <ac:picMk id="143" creationId="{810CC38E-EA80-FB31-F7C2-2D3A0539124D}"/>
          </ac:picMkLst>
        </pc:picChg>
        <pc:cxnChg chg="add del mod ord">
          <ac:chgData name="DORS Sebastien" userId="c8a8ab7e-62a9-47cc-be65-152bff4ab635" providerId="ADAL" clId="{33E94959-CDE2-43B6-9D83-0F64F62BF36D}" dt="2025-11-03T13:34:20.545" v="1465" actId="478"/>
          <ac:cxnSpMkLst>
            <pc:docMk/>
            <pc:sldMk cId="56929600" sldId="260"/>
            <ac:cxnSpMk id="18" creationId="{51A27510-3884-1E5A-47FF-285C8B44AACC}"/>
          </ac:cxnSpMkLst>
        </pc:cxnChg>
        <pc:cxnChg chg="mod">
          <ac:chgData name="DORS Sebastien" userId="c8a8ab7e-62a9-47cc-be65-152bff4ab635" providerId="ADAL" clId="{33E94959-CDE2-43B6-9D83-0F64F62BF36D}" dt="2025-11-03T13:17:42.647" v="1271" actId="14100"/>
          <ac:cxnSpMkLst>
            <pc:docMk/>
            <pc:sldMk cId="56929600" sldId="260"/>
            <ac:cxnSpMk id="27" creationId="{40CEF639-9B59-4614-3C2A-12A42D547A7E}"/>
          </ac:cxnSpMkLst>
        </pc:cxnChg>
        <pc:cxnChg chg="del">
          <ac:chgData name="DORS Sebastien" userId="c8a8ab7e-62a9-47cc-be65-152bff4ab635" providerId="ADAL" clId="{33E94959-CDE2-43B6-9D83-0F64F62BF36D}" dt="2025-11-03T10:15:07.610" v="187" actId="478"/>
          <ac:cxnSpMkLst>
            <pc:docMk/>
            <pc:sldMk cId="56929600" sldId="260"/>
            <ac:cxnSpMk id="30" creationId="{4EAAF921-D7F2-3A5E-ABF8-116CE1F5CF94}"/>
          </ac:cxnSpMkLst>
        </pc:cxnChg>
        <pc:cxnChg chg="del mod">
          <ac:chgData name="DORS Sebastien" userId="c8a8ab7e-62a9-47cc-be65-152bff4ab635" providerId="ADAL" clId="{33E94959-CDE2-43B6-9D83-0F64F62BF36D}" dt="2025-11-03T10:18:16.794" v="207" actId="478"/>
          <ac:cxnSpMkLst>
            <pc:docMk/>
            <pc:sldMk cId="56929600" sldId="260"/>
            <ac:cxnSpMk id="49" creationId="{8792A793-FEC4-B295-24BB-9497335DD67A}"/>
          </ac:cxnSpMkLst>
        </pc:cxnChg>
        <pc:cxnChg chg="add mod">
          <ac:chgData name="DORS Sebastien" userId="c8a8ab7e-62a9-47cc-be65-152bff4ab635" providerId="ADAL" clId="{33E94959-CDE2-43B6-9D83-0F64F62BF36D}" dt="2025-11-03T10:21:56.030" v="251" actId="164"/>
          <ac:cxnSpMkLst>
            <pc:docMk/>
            <pc:sldMk cId="56929600" sldId="260"/>
            <ac:cxnSpMk id="71" creationId="{F8D58EBD-B4E0-E96A-C149-FDE3A7213E05}"/>
          </ac:cxnSpMkLst>
        </pc:cxnChg>
        <pc:cxnChg chg="add mod">
          <ac:chgData name="DORS Sebastien" userId="c8a8ab7e-62a9-47cc-be65-152bff4ab635" providerId="ADAL" clId="{33E94959-CDE2-43B6-9D83-0F64F62BF36D}" dt="2025-11-03T13:18:08.160" v="1274" actId="14100"/>
          <ac:cxnSpMkLst>
            <pc:docMk/>
            <pc:sldMk cId="56929600" sldId="260"/>
            <ac:cxnSpMk id="72" creationId="{7728A990-DD5C-4FF9-606F-36906D08588B}"/>
          </ac:cxnSpMkLst>
        </pc:cxnChg>
        <pc:cxnChg chg="add mod">
          <ac:chgData name="DORS Sebastien" userId="c8a8ab7e-62a9-47cc-be65-152bff4ab635" providerId="ADAL" clId="{33E94959-CDE2-43B6-9D83-0F64F62BF36D}" dt="2025-11-03T13:17:52.500" v="1272" actId="14100"/>
          <ac:cxnSpMkLst>
            <pc:docMk/>
            <pc:sldMk cId="56929600" sldId="260"/>
            <ac:cxnSpMk id="77" creationId="{BC527E8A-9E9B-65EC-88FF-E88A9289640D}"/>
          </ac:cxnSpMkLst>
        </pc:cxnChg>
        <pc:cxnChg chg="add mod">
          <ac:chgData name="DORS Sebastien" userId="c8a8ab7e-62a9-47cc-be65-152bff4ab635" providerId="ADAL" clId="{33E94959-CDE2-43B6-9D83-0F64F62BF36D}" dt="2025-11-03T13:18:00.630" v="1273" actId="14100"/>
          <ac:cxnSpMkLst>
            <pc:docMk/>
            <pc:sldMk cId="56929600" sldId="260"/>
            <ac:cxnSpMk id="78" creationId="{8FC00742-8D37-0BEF-419E-CFAF422F6FF5}"/>
          </ac:cxnSpMkLst>
        </pc:cxnChg>
      </pc:sldChg>
      <pc:sldChg chg="addSp delSp modSp del mod modTransition">
        <pc:chgData name="DORS Sebastien" userId="c8a8ab7e-62a9-47cc-be65-152bff4ab635" providerId="ADAL" clId="{33E94959-CDE2-43B6-9D83-0F64F62BF36D}" dt="2025-11-03T10:30:28.846" v="326" actId="47"/>
        <pc:sldMkLst>
          <pc:docMk/>
          <pc:sldMk cId="1644280395" sldId="263"/>
        </pc:sldMkLst>
        <pc:spChg chg="mod">
          <ac:chgData name="DORS Sebastien" userId="c8a8ab7e-62a9-47cc-be65-152bff4ab635" providerId="ADAL" clId="{33E94959-CDE2-43B6-9D83-0F64F62BF36D}" dt="2025-11-03T10:29:25.038" v="316" actId="164"/>
          <ac:spMkLst>
            <pc:docMk/>
            <pc:sldMk cId="1644280395" sldId="263"/>
            <ac:spMk id="4" creationId="{6946C9A9-46DF-9FAD-21AB-461564912EB2}"/>
          </ac:spMkLst>
        </pc:spChg>
        <pc:spChg chg="del">
          <ac:chgData name="DORS Sebastien" userId="c8a8ab7e-62a9-47cc-be65-152bff4ab635" providerId="ADAL" clId="{33E94959-CDE2-43B6-9D83-0F64F62BF36D}" dt="2025-11-03T10:24:32.181" v="281" actId="478"/>
          <ac:spMkLst>
            <pc:docMk/>
            <pc:sldMk cId="1644280395" sldId="263"/>
            <ac:spMk id="5" creationId="{FFB3226B-6BC2-EF7A-90A7-8E5C90D44964}"/>
          </ac:spMkLst>
        </pc:spChg>
        <pc:spChg chg="del">
          <ac:chgData name="DORS Sebastien" userId="c8a8ab7e-62a9-47cc-be65-152bff4ab635" providerId="ADAL" clId="{33E94959-CDE2-43B6-9D83-0F64F62BF36D}" dt="2025-11-03T10:24:32.181" v="281" actId="478"/>
          <ac:spMkLst>
            <pc:docMk/>
            <pc:sldMk cId="1644280395" sldId="263"/>
            <ac:spMk id="6" creationId="{198D9150-C210-E39D-11D7-6157048791C7}"/>
          </ac:spMkLst>
        </pc:spChg>
        <pc:spChg chg="mod">
          <ac:chgData name="DORS Sebastien" userId="c8a8ab7e-62a9-47cc-be65-152bff4ab635" providerId="ADAL" clId="{33E94959-CDE2-43B6-9D83-0F64F62BF36D}" dt="2025-11-03T10:29:25.038" v="316" actId="164"/>
          <ac:spMkLst>
            <pc:docMk/>
            <pc:sldMk cId="1644280395" sldId="263"/>
            <ac:spMk id="7" creationId="{92ED8C8C-1B3F-D657-3D1A-CD2DB6A493CC}"/>
          </ac:spMkLst>
        </pc:spChg>
        <pc:spChg chg="mod">
          <ac:chgData name="DORS Sebastien" userId="c8a8ab7e-62a9-47cc-be65-152bff4ab635" providerId="ADAL" clId="{33E94959-CDE2-43B6-9D83-0F64F62BF36D}" dt="2025-11-03T10:22:27.241" v="262"/>
          <ac:spMkLst>
            <pc:docMk/>
            <pc:sldMk cId="1644280395" sldId="263"/>
            <ac:spMk id="10" creationId="{AD6C8A19-031F-9ED5-45C1-EF951FCB334C}"/>
          </ac:spMkLst>
        </pc:spChg>
        <pc:spChg chg="mod">
          <ac:chgData name="DORS Sebastien" userId="c8a8ab7e-62a9-47cc-be65-152bff4ab635" providerId="ADAL" clId="{33E94959-CDE2-43B6-9D83-0F64F62BF36D}" dt="2025-11-03T10:22:27.241" v="262"/>
          <ac:spMkLst>
            <pc:docMk/>
            <pc:sldMk cId="1644280395" sldId="263"/>
            <ac:spMk id="12" creationId="{EEFE9FB8-C318-2A8C-987B-F397A04BCC29}"/>
          </ac:spMkLst>
        </pc:spChg>
        <pc:spChg chg="mod">
          <ac:chgData name="DORS Sebastien" userId="c8a8ab7e-62a9-47cc-be65-152bff4ab635" providerId="ADAL" clId="{33E94959-CDE2-43B6-9D83-0F64F62BF36D}" dt="2025-11-03T10:22:27.241" v="262"/>
          <ac:spMkLst>
            <pc:docMk/>
            <pc:sldMk cId="1644280395" sldId="263"/>
            <ac:spMk id="14" creationId="{973F4A48-991A-4A00-7053-362245AD606E}"/>
          </ac:spMkLst>
        </pc:spChg>
        <pc:spChg chg="del">
          <ac:chgData name="DORS Sebastien" userId="c8a8ab7e-62a9-47cc-be65-152bff4ab635" providerId="ADAL" clId="{33E94959-CDE2-43B6-9D83-0F64F62BF36D}" dt="2025-11-03T10:24:32.181" v="281" actId="478"/>
          <ac:spMkLst>
            <pc:docMk/>
            <pc:sldMk cId="1644280395" sldId="263"/>
            <ac:spMk id="16" creationId="{F15BC2E2-4616-E03C-7C1C-56B2AEF844AD}"/>
          </ac:spMkLst>
        </pc:spChg>
        <pc:spChg chg="del">
          <ac:chgData name="DORS Sebastien" userId="c8a8ab7e-62a9-47cc-be65-152bff4ab635" providerId="ADAL" clId="{33E94959-CDE2-43B6-9D83-0F64F62BF36D}" dt="2025-11-03T10:24:32.181" v="281" actId="478"/>
          <ac:spMkLst>
            <pc:docMk/>
            <pc:sldMk cId="1644280395" sldId="263"/>
            <ac:spMk id="17" creationId="{BC4E1003-CF55-CB79-E707-2F371EE23429}"/>
          </ac:spMkLst>
        </pc:spChg>
        <pc:spChg chg="del">
          <ac:chgData name="DORS Sebastien" userId="c8a8ab7e-62a9-47cc-be65-152bff4ab635" providerId="ADAL" clId="{33E94959-CDE2-43B6-9D83-0F64F62BF36D}" dt="2025-11-03T10:24:32.181" v="281" actId="478"/>
          <ac:spMkLst>
            <pc:docMk/>
            <pc:sldMk cId="1644280395" sldId="263"/>
            <ac:spMk id="21" creationId="{99C75610-6574-1549-70B4-F3E8DDAE6406}"/>
          </ac:spMkLst>
        </pc:spChg>
        <pc:spChg chg="del">
          <ac:chgData name="DORS Sebastien" userId="c8a8ab7e-62a9-47cc-be65-152bff4ab635" providerId="ADAL" clId="{33E94959-CDE2-43B6-9D83-0F64F62BF36D}" dt="2025-11-03T10:24:32.181" v="281" actId="478"/>
          <ac:spMkLst>
            <pc:docMk/>
            <pc:sldMk cId="1644280395" sldId="263"/>
            <ac:spMk id="22" creationId="{6E8819B3-57C4-424D-E63D-F2714CB3794D}"/>
          </ac:spMkLst>
        </pc:spChg>
        <pc:spChg chg="mod">
          <ac:chgData name="DORS Sebastien" userId="c8a8ab7e-62a9-47cc-be65-152bff4ab635" providerId="ADAL" clId="{33E94959-CDE2-43B6-9D83-0F64F62BF36D}" dt="2025-11-03T10:22:27.241" v="262"/>
          <ac:spMkLst>
            <pc:docMk/>
            <pc:sldMk cId="1644280395" sldId="263"/>
            <ac:spMk id="27" creationId="{CE205117-E828-FB6E-85B9-B6104C5EA5DA}"/>
          </ac:spMkLst>
        </pc:spChg>
        <pc:spChg chg="mod">
          <ac:chgData name="DORS Sebastien" userId="c8a8ab7e-62a9-47cc-be65-152bff4ab635" providerId="ADAL" clId="{33E94959-CDE2-43B6-9D83-0F64F62BF36D}" dt="2025-11-03T10:22:27.241" v="262"/>
          <ac:spMkLst>
            <pc:docMk/>
            <pc:sldMk cId="1644280395" sldId="263"/>
            <ac:spMk id="28" creationId="{E34863BF-E099-6395-8588-37F1DCDD4F55}"/>
          </ac:spMkLst>
        </pc:spChg>
        <pc:spChg chg="mod">
          <ac:chgData name="DORS Sebastien" userId="c8a8ab7e-62a9-47cc-be65-152bff4ab635" providerId="ADAL" clId="{33E94959-CDE2-43B6-9D83-0F64F62BF36D}" dt="2025-11-03T10:22:27.241" v="262"/>
          <ac:spMkLst>
            <pc:docMk/>
            <pc:sldMk cId="1644280395" sldId="263"/>
            <ac:spMk id="29" creationId="{9585E787-04CA-F6F9-4869-86F59A3F6CEA}"/>
          </ac:spMkLst>
        </pc:spChg>
        <pc:spChg chg="mod">
          <ac:chgData name="DORS Sebastien" userId="c8a8ab7e-62a9-47cc-be65-152bff4ab635" providerId="ADAL" clId="{33E94959-CDE2-43B6-9D83-0F64F62BF36D}" dt="2025-11-03T10:22:27.241" v="262"/>
          <ac:spMkLst>
            <pc:docMk/>
            <pc:sldMk cId="1644280395" sldId="263"/>
            <ac:spMk id="36" creationId="{165466DA-1E0A-49E4-FCF8-1FC929C3AFB9}"/>
          </ac:spMkLst>
        </pc:spChg>
        <pc:spChg chg="mod">
          <ac:chgData name="DORS Sebastien" userId="c8a8ab7e-62a9-47cc-be65-152bff4ab635" providerId="ADAL" clId="{33E94959-CDE2-43B6-9D83-0F64F62BF36D}" dt="2025-11-03T10:22:27.241" v="262"/>
          <ac:spMkLst>
            <pc:docMk/>
            <pc:sldMk cId="1644280395" sldId="263"/>
            <ac:spMk id="37" creationId="{B31A4EAD-7715-BEA1-0EC1-EE8143C7C0C1}"/>
          </ac:spMkLst>
        </pc:spChg>
        <pc:spChg chg="mod">
          <ac:chgData name="DORS Sebastien" userId="c8a8ab7e-62a9-47cc-be65-152bff4ab635" providerId="ADAL" clId="{33E94959-CDE2-43B6-9D83-0F64F62BF36D}" dt="2025-11-03T10:22:27.241" v="262"/>
          <ac:spMkLst>
            <pc:docMk/>
            <pc:sldMk cId="1644280395" sldId="263"/>
            <ac:spMk id="38" creationId="{22BB34EE-7AD6-CCE6-F29C-204F88454AC8}"/>
          </ac:spMkLst>
        </pc:spChg>
        <pc:spChg chg="add mod">
          <ac:chgData name="DORS Sebastien" userId="c8a8ab7e-62a9-47cc-be65-152bff4ab635" providerId="ADAL" clId="{33E94959-CDE2-43B6-9D83-0F64F62BF36D}" dt="2025-11-03T10:25:08.945" v="290" actId="1076"/>
          <ac:spMkLst>
            <pc:docMk/>
            <pc:sldMk cId="1644280395" sldId="263"/>
            <ac:spMk id="44" creationId="{0994CC7C-7992-3872-88EB-90C2707C4E4C}"/>
          </ac:spMkLst>
        </pc:spChg>
        <pc:spChg chg="add mod">
          <ac:chgData name="DORS Sebastien" userId="c8a8ab7e-62a9-47cc-be65-152bff4ab635" providerId="ADAL" clId="{33E94959-CDE2-43B6-9D83-0F64F62BF36D}" dt="2025-11-03T10:25:08.945" v="290" actId="1076"/>
          <ac:spMkLst>
            <pc:docMk/>
            <pc:sldMk cId="1644280395" sldId="263"/>
            <ac:spMk id="46" creationId="{BE0EA8FB-3F28-3665-24A1-533222977EE1}"/>
          </ac:spMkLst>
        </pc:spChg>
        <pc:spChg chg="add mod">
          <ac:chgData name="DORS Sebastien" userId="c8a8ab7e-62a9-47cc-be65-152bff4ab635" providerId="ADAL" clId="{33E94959-CDE2-43B6-9D83-0F64F62BF36D}" dt="2025-11-03T10:25:13.255" v="291" actId="1076"/>
          <ac:spMkLst>
            <pc:docMk/>
            <pc:sldMk cId="1644280395" sldId="263"/>
            <ac:spMk id="47" creationId="{D8BC8C8C-FE3A-9FFB-9B8F-5527B6354348}"/>
          </ac:spMkLst>
        </pc:spChg>
        <pc:spChg chg="add mod">
          <ac:chgData name="DORS Sebastien" userId="c8a8ab7e-62a9-47cc-be65-152bff4ab635" providerId="ADAL" clId="{33E94959-CDE2-43B6-9D83-0F64F62BF36D}" dt="2025-11-03T10:25:08.945" v="290" actId="1076"/>
          <ac:spMkLst>
            <pc:docMk/>
            <pc:sldMk cId="1644280395" sldId="263"/>
            <ac:spMk id="48" creationId="{2D61F0CF-2A5D-71F9-2804-BD0EBFA4CF4D}"/>
          </ac:spMkLst>
        </pc:spChg>
        <pc:grpChg chg="mod">
          <ac:chgData name="DORS Sebastien" userId="c8a8ab7e-62a9-47cc-be65-152bff4ab635" providerId="ADAL" clId="{33E94959-CDE2-43B6-9D83-0F64F62BF36D}" dt="2025-11-03T10:22:37.027" v="269" actId="1076"/>
          <ac:grpSpMkLst>
            <pc:docMk/>
            <pc:sldMk cId="1644280395" sldId="263"/>
            <ac:grpSpMk id="9" creationId="{5E344BCE-819D-7826-B3B1-B9D20F6702FF}"/>
          </ac:grpSpMkLst>
        </pc:grpChg>
        <pc:grpChg chg="mod">
          <ac:chgData name="DORS Sebastien" userId="c8a8ab7e-62a9-47cc-be65-152bff4ab635" providerId="ADAL" clId="{33E94959-CDE2-43B6-9D83-0F64F62BF36D}" dt="2025-11-03T10:22:32.922" v="265" actId="1076"/>
          <ac:grpSpMkLst>
            <pc:docMk/>
            <pc:sldMk cId="1644280395" sldId="263"/>
            <ac:grpSpMk id="26" creationId="{C33F3F6F-3845-F846-92DF-09A3DB803434}"/>
          </ac:grpSpMkLst>
        </pc:grpChg>
        <pc:grpChg chg="mod">
          <ac:chgData name="DORS Sebastien" userId="c8a8ab7e-62a9-47cc-be65-152bff4ab635" providerId="ADAL" clId="{33E94959-CDE2-43B6-9D83-0F64F62BF36D}" dt="2025-11-03T10:22:30.962" v="264" actId="1076"/>
          <ac:grpSpMkLst>
            <pc:docMk/>
            <pc:sldMk cId="1644280395" sldId="263"/>
            <ac:grpSpMk id="35" creationId="{D85BDB2D-B1E5-D074-D369-3BFED5F96D0B}"/>
          </ac:grpSpMkLst>
        </pc:grpChg>
        <pc:grpChg chg="add mod">
          <ac:chgData name="DORS Sebastien" userId="c8a8ab7e-62a9-47cc-be65-152bff4ab635" providerId="ADAL" clId="{33E94959-CDE2-43B6-9D83-0F64F62BF36D}" dt="2025-11-03T10:29:25.038" v="316" actId="164"/>
          <ac:grpSpMkLst>
            <pc:docMk/>
            <pc:sldMk cId="1644280395" sldId="263"/>
            <ac:grpSpMk id="49" creationId="{CDF66723-2F7C-057A-AD7B-A967E1A17E4E}"/>
          </ac:grpSpMkLst>
        </pc:grpChg>
        <pc:picChg chg="mod">
          <ac:chgData name="DORS Sebastien" userId="c8a8ab7e-62a9-47cc-be65-152bff4ab635" providerId="ADAL" clId="{33E94959-CDE2-43B6-9D83-0F64F62BF36D}" dt="2025-11-03T10:29:25.038" v="316" actId="164"/>
          <ac:picMkLst>
            <pc:docMk/>
            <pc:sldMk cId="1644280395" sldId="263"/>
            <ac:picMk id="11" creationId="{F9ADF760-1A23-9F58-7CBB-A0FA2855919F}"/>
          </ac:picMkLst>
        </pc:picChg>
        <pc:picChg chg="del">
          <ac:chgData name="DORS Sebastien" userId="c8a8ab7e-62a9-47cc-be65-152bff4ab635" providerId="ADAL" clId="{33E94959-CDE2-43B6-9D83-0F64F62BF36D}" dt="2025-11-03T10:24:32.181" v="281" actId="478"/>
          <ac:picMkLst>
            <pc:docMk/>
            <pc:sldMk cId="1644280395" sldId="263"/>
            <ac:picMk id="13" creationId="{3D68DBAC-9A18-E145-CB08-D727E01388C8}"/>
          </ac:picMkLst>
        </pc:picChg>
        <pc:picChg chg="del">
          <ac:chgData name="DORS Sebastien" userId="c8a8ab7e-62a9-47cc-be65-152bff4ab635" providerId="ADAL" clId="{33E94959-CDE2-43B6-9D83-0F64F62BF36D}" dt="2025-11-03T10:24:32.181" v="281" actId="478"/>
          <ac:picMkLst>
            <pc:docMk/>
            <pc:sldMk cId="1644280395" sldId="263"/>
            <ac:picMk id="18" creationId="{BB8AA8AB-A25F-6AF0-646D-710BBBA3326B}"/>
          </ac:picMkLst>
        </pc:picChg>
        <pc:picChg chg="del">
          <ac:chgData name="DORS Sebastien" userId="c8a8ab7e-62a9-47cc-be65-152bff4ab635" providerId="ADAL" clId="{33E94959-CDE2-43B6-9D83-0F64F62BF36D}" dt="2025-11-03T10:24:32.181" v="281" actId="478"/>
          <ac:picMkLst>
            <pc:docMk/>
            <pc:sldMk cId="1644280395" sldId="263"/>
            <ac:picMk id="19" creationId="{71C01377-3D37-D4CA-138B-BA93283A5B99}"/>
          </ac:picMkLst>
        </pc:picChg>
        <pc:picChg chg="del">
          <ac:chgData name="DORS Sebastien" userId="c8a8ab7e-62a9-47cc-be65-152bff4ab635" providerId="ADAL" clId="{33E94959-CDE2-43B6-9D83-0F64F62BF36D}" dt="2025-11-03T10:24:32.181" v="281" actId="478"/>
          <ac:picMkLst>
            <pc:docMk/>
            <pc:sldMk cId="1644280395" sldId="263"/>
            <ac:picMk id="20" creationId="{20C55F4B-3661-359E-5EEF-318F8124D31F}"/>
          </ac:picMkLst>
        </pc:picChg>
        <pc:picChg chg="mod">
          <ac:chgData name="DORS Sebastien" userId="c8a8ab7e-62a9-47cc-be65-152bff4ab635" providerId="ADAL" clId="{33E94959-CDE2-43B6-9D83-0F64F62BF36D}" dt="2025-11-03T10:22:27.241" v="262"/>
          <ac:picMkLst>
            <pc:docMk/>
            <pc:sldMk cId="1644280395" sldId="263"/>
            <ac:picMk id="23" creationId="{3982316F-9111-6955-F8DA-2DFA106FD7A5}"/>
          </ac:picMkLst>
        </pc:picChg>
        <pc:picChg chg="add mod">
          <ac:chgData name="DORS Sebastien" userId="c8a8ab7e-62a9-47cc-be65-152bff4ab635" providerId="ADAL" clId="{33E94959-CDE2-43B6-9D83-0F64F62BF36D}" dt="2025-11-03T10:25:08.945" v="290" actId="1076"/>
          <ac:picMkLst>
            <pc:docMk/>
            <pc:sldMk cId="1644280395" sldId="263"/>
            <ac:picMk id="45" creationId="{17A6E4D9-A931-147F-5A4A-88BB77B09523}"/>
          </ac:picMkLst>
        </pc:picChg>
      </pc:sldChg>
      <pc:sldChg chg="addSp delSp modSp mod modTransition setBg">
        <pc:chgData name="DORS Sebastien" userId="c8a8ab7e-62a9-47cc-be65-152bff4ab635" providerId="ADAL" clId="{33E94959-CDE2-43B6-9D83-0F64F62BF36D}" dt="2025-11-03T13:50:36.159" v="1585" actId="1076"/>
        <pc:sldMkLst>
          <pc:docMk/>
          <pc:sldMk cId="2200329592" sldId="265"/>
        </pc:sldMkLst>
        <pc:spChg chg="add mod">
          <ac:chgData name="DORS Sebastien" userId="c8a8ab7e-62a9-47cc-be65-152bff4ab635" providerId="ADAL" clId="{33E94959-CDE2-43B6-9D83-0F64F62BF36D}" dt="2025-11-03T09:44:12.408" v="63"/>
          <ac:spMkLst>
            <pc:docMk/>
            <pc:sldMk cId="2200329592" sldId="265"/>
            <ac:spMk id="2" creationId="{1B385CD4-E421-16F6-F365-422DBB7A6213}"/>
          </ac:spMkLst>
        </pc:spChg>
        <pc:spChg chg="mod">
          <ac:chgData name="DORS Sebastien" userId="c8a8ab7e-62a9-47cc-be65-152bff4ab635" providerId="ADAL" clId="{33E94959-CDE2-43B6-9D83-0F64F62BF36D}" dt="2025-11-03T13:40:31.090" v="1516" actId="1076"/>
          <ac:spMkLst>
            <pc:docMk/>
            <pc:sldMk cId="2200329592" sldId="265"/>
            <ac:spMk id="4" creationId="{EE378DDB-16AF-3838-B703-8106FDE2E142}"/>
          </ac:spMkLst>
        </pc:spChg>
        <pc:spChg chg="mod">
          <ac:chgData name="DORS Sebastien" userId="c8a8ab7e-62a9-47cc-be65-152bff4ab635" providerId="ADAL" clId="{33E94959-CDE2-43B6-9D83-0F64F62BF36D}" dt="2025-11-03T12:56:03.296" v="501" actId="14861"/>
          <ac:spMkLst>
            <pc:docMk/>
            <pc:sldMk cId="2200329592" sldId="265"/>
            <ac:spMk id="5" creationId="{6504E50B-135B-B494-693D-E86C2517C29D}"/>
          </ac:spMkLst>
        </pc:spChg>
        <pc:spChg chg="add mod">
          <ac:chgData name="DORS Sebastien" userId="c8a8ab7e-62a9-47cc-be65-152bff4ab635" providerId="ADAL" clId="{33E94959-CDE2-43B6-9D83-0F64F62BF36D}" dt="2025-11-03T13:38:19.130" v="1492"/>
          <ac:spMkLst>
            <pc:docMk/>
            <pc:sldMk cId="2200329592" sldId="265"/>
            <ac:spMk id="6" creationId="{1B20E4F4-F319-E880-0525-EAD9D8E23DDF}"/>
          </ac:spMkLst>
        </pc:spChg>
        <pc:spChg chg="add mod">
          <ac:chgData name="DORS Sebastien" userId="c8a8ab7e-62a9-47cc-be65-152bff4ab635" providerId="ADAL" clId="{33E94959-CDE2-43B6-9D83-0F64F62BF36D}" dt="2025-11-03T13:38:10.764" v="1491"/>
          <ac:spMkLst>
            <pc:docMk/>
            <pc:sldMk cId="2200329592" sldId="265"/>
            <ac:spMk id="7" creationId="{1AB57C82-8228-B795-ACF2-8E334C814D16}"/>
          </ac:spMkLst>
        </pc:spChg>
        <pc:spChg chg="add mod">
          <ac:chgData name="DORS Sebastien" userId="c8a8ab7e-62a9-47cc-be65-152bff4ab635" providerId="ADAL" clId="{33E94959-CDE2-43B6-9D83-0F64F62BF36D}" dt="2025-11-03T13:38:10.764" v="1491"/>
          <ac:spMkLst>
            <pc:docMk/>
            <pc:sldMk cId="2200329592" sldId="265"/>
            <ac:spMk id="9" creationId="{9B506FE5-3997-9FF8-E793-4B7BA10C21A3}"/>
          </ac:spMkLst>
        </pc:spChg>
        <pc:spChg chg="mod">
          <ac:chgData name="DORS Sebastien" userId="c8a8ab7e-62a9-47cc-be65-152bff4ab635" providerId="ADAL" clId="{33E94959-CDE2-43B6-9D83-0F64F62BF36D}" dt="2025-11-03T13:22:51.998" v="1367" actId="207"/>
          <ac:spMkLst>
            <pc:docMk/>
            <pc:sldMk cId="2200329592" sldId="265"/>
            <ac:spMk id="11" creationId="{A3DD5BD4-6DE1-5531-AED8-F681213495D5}"/>
          </ac:spMkLst>
        </pc:spChg>
        <pc:spChg chg="add mod">
          <ac:chgData name="DORS Sebastien" userId="c8a8ab7e-62a9-47cc-be65-152bff4ab635" providerId="ADAL" clId="{33E94959-CDE2-43B6-9D83-0F64F62BF36D}" dt="2025-11-03T13:38:10.764" v="1491"/>
          <ac:spMkLst>
            <pc:docMk/>
            <pc:sldMk cId="2200329592" sldId="265"/>
            <ac:spMk id="12" creationId="{C7E4B877-E0BF-1D56-2769-D6355C5536E0}"/>
          </ac:spMkLst>
        </pc:spChg>
        <pc:spChg chg="add mod">
          <ac:chgData name="DORS Sebastien" userId="c8a8ab7e-62a9-47cc-be65-152bff4ab635" providerId="ADAL" clId="{33E94959-CDE2-43B6-9D83-0F64F62BF36D}" dt="2025-11-03T13:38:10.764" v="1491"/>
          <ac:spMkLst>
            <pc:docMk/>
            <pc:sldMk cId="2200329592" sldId="265"/>
            <ac:spMk id="14" creationId="{060D4F22-C3DE-3DD0-155C-D0E142F391A3}"/>
          </ac:spMkLst>
        </pc:spChg>
        <pc:spChg chg="add mod">
          <ac:chgData name="DORS Sebastien" userId="c8a8ab7e-62a9-47cc-be65-152bff4ab635" providerId="ADAL" clId="{33E94959-CDE2-43B6-9D83-0F64F62BF36D}" dt="2025-11-03T13:38:10.764" v="1491"/>
          <ac:spMkLst>
            <pc:docMk/>
            <pc:sldMk cId="2200329592" sldId="265"/>
            <ac:spMk id="15" creationId="{517F7BDF-0E8E-3DC0-5A0F-276BF8306EEA}"/>
          </ac:spMkLst>
        </pc:spChg>
        <pc:spChg chg="add mod">
          <ac:chgData name="DORS Sebastien" userId="c8a8ab7e-62a9-47cc-be65-152bff4ab635" providerId="ADAL" clId="{33E94959-CDE2-43B6-9D83-0F64F62BF36D}" dt="2025-11-03T13:38:10.764" v="1491"/>
          <ac:spMkLst>
            <pc:docMk/>
            <pc:sldMk cId="2200329592" sldId="265"/>
            <ac:spMk id="20" creationId="{BA318240-854B-C53D-2DBF-4C039E2EE062}"/>
          </ac:spMkLst>
        </pc:spChg>
        <pc:spChg chg="add mod">
          <ac:chgData name="DORS Sebastien" userId="c8a8ab7e-62a9-47cc-be65-152bff4ab635" providerId="ADAL" clId="{33E94959-CDE2-43B6-9D83-0F64F62BF36D}" dt="2025-11-03T13:38:10.764" v="1491"/>
          <ac:spMkLst>
            <pc:docMk/>
            <pc:sldMk cId="2200329592" sldId="265"/>
            <ac:spMk id="21" creationId="{7AFD836B-B6C8-9337-533C-D332F54F2AA4}"/>
          </ac:spMkLst>
        </pc:spChg>
        <pc:spChg chg="add mod">
          <ac:chgData name="DORS Sebastien" userId="c8a8ab7e-62a9-47cc-be65-152bff4ab635" providerId="ADAL" clId="{33E94959-CDE2-43B6-9D83-0F64F62BF36D}" dt="2025-11-03T13:38:19.130" v="1492"/>
          <ac:spMkLst>
            <pc:docMk/>
            <pc:sldMk cId="2200329592" sldId="265"/>
            <ac:spMk id="22" creationId="{568CBCF2-9A86-9F6D-EA3C-DE803A875DD9}"/>
          </ac:spMkLst>
        </pc:spChg>
        <pc:spChg chg="add mod">
          <ac:chgData name="DORS Sebastien" userId="c8a8ab7e-62a9-47cc-be65-152bff4ab635" providerId="ADAL" clId="{33E94959-CDE2-43B6-9D83-0F64F62BF36D}" dt="2025-11-03T13:38:10.764" v="1491"/>
          <ac:spMkLst>
            <pc:docMk/>
            <pc:sldMk cId="2200329592" sldId="265"/>
            <ac:spMk id="23" creationId="{14595DF5-A7E7-49EA-3392-DF25EAE2DDBA}"/>
          </ac:spMkLst>
        </pc:spChg>
        <pc:spChg chg="add del mod">
          <ac:chgData name="DORS Sebastien" userId="c8a8ab7e-62a9-47cc-be65-152bff4ab635" providerId="ADAL" clId="{33E94959-CDE2-43B6-9D83-0F64F62BF36D}" dt="2025-11-03T13:41:40.646" v="1523" actId="478"/>
          <ac:spMkLst>
            <pc:docMk/>
            <pc:sldMk cId="2200329592" sldId="265"/>
            <ac:spMk id="24" creationId="{1256232F-61CA-3469-952D-7D26E83265A2}"/>
          </ac:spMkLst>
        </pc:spChg>
        <pc:spChg chg="add del mod">
          <ac:chgData name="DORS Sebastien" userId="c8a8ab7e-62a9-47cc-be65-152bff4ab635" providerId="ADAL" clId="{33E94959-CDE2-43B6-9D83-0F64F62BF36D}" dt="2025-11-03T13:41:37.094" v="1522" actId="478"/>
          <ac:spMkLst>
            <pc:docMk/>
            <pc:sldMk cId="2200329592" sldId="265"/>
            <ac:spMk id="25" creationId="{C66C6390-2710-FC91-0F92-DB991E0D47B8}"/>
          </ac:spMkLst>
        </pc:spChg>
        <pc:spChg chg="add mod">
          <ac:chgData name="DORS Sebastien" userId="c8a8ab7e-62a9-47cc-be65-152bff4ab635" providerId="ADAL" clId="{33E94959-CDE2-43B6-9D83-0F64F62BF36D}" dt="2025-11-03T13:38:57.159" v="1501"/>
          <ac:spMkLst>
            <pc:docMk/>
            <pc:sldMk cId="2200329592" sldId="265"/>
            <ac:spMk id="26" creationId="{418B02B4-0FE3-331E-CF73-683CC4FED349}"/>
          </ac:spMkLst>
        </pc:spChg>
        <pc:spChg chg="add mod">
          <ac:chgData name="DORS Sebastien" userId="c8a8ab7e-62a9-47cc-be65-152bff4ab635" providerId="ADAL" clId="{33E94959-CDE2-43B6-9D83-0F64F62BF36D}" dt="2025-11-03T13:38:57.159" v="1501"/>
          <ac:spMkLst>
            <pc:docMk/>
            <pc:sldMk cId="2200329592" sldId="265"/>
            <ac:spMk id="27" creationId="{D2032EC5-6D79-A8A7-D5C6-DBDDC597C8D3}"/>
          </ac:spMkLst>
        </pc:spChg>
        <pc:spChg chg="add mod">
          <ac:chgData name="DORS Sebastien" userId="c8a8ab7e-62a9-47cc-be65-152bff4ab635" providerId="ADAL" clId="{33E94959-CDE2-43B6-9D83-0F64F62BF36D}" dt="2025-11-03T13:42:25.852" v="1531" actId="1076"/>
          <ac:spMkLst>
            <pc:docMk/>
            <pc:sldMk cId="2200329592" sldId="265"/>
            <ac:spMk id="28" creationId="{98DF96B3-F359-15A7-B372-8C5AF3D167DA}"/>
          </ac:spMkLst>
        </pc:spChg>
        <pc:spChg chg="add mod">
          <ac:chgData name="DORS Sebastien" userId="c8a8ab7e-62a9-47cc-be65-152bff4ab635" providerId="ADAL" clId="{33E94959-CDE2-43B6-9D83-0F64F62BF36D}" dt="2025-11-03T13:42:25.852" v="1531" actId="1076"/>
          <ac:spMkLst>
            <pc:docMk/>
            <pc:sldMk cId="2200329592" sldId="265"/>
            <ac:spMk id="29" creationId="{A36AEB70-8128-CBBC-FC98-049DB161EC7D}"/>
          </ac:spMkLst>
        </pc:spChg>
        <pc:spChg chg="add mod">
          <ac:chgData name="DORS Sebastien" userId="c8a8ab7e-62a9-47cc-be65-152bff4ab635" providerId="ADAL" clId="{33E94959-CDE2-43B6-9D83-0F64F62BF36D}" dt="2025-11-03T13:42:23.390" v="1530" actId="1076"/>
          <ac:spMkLst>
            <pc:docMk/>
            <pc:sldMk cId="2200329592" sldId="265"/>
            <ac:spMk id="31" creationId="{E9E6E0EC-0465-B032-232E-66A6C11777F1}"/>
          </ac:spMkLst>
        </pc:spChg>
        <pc:spChg chg="add del mod">
          <ac:chgData name="DORS Sebastien" userId="c8a8ab7e-62a9-47cc-be65-152bff4ab635" providerId="ADAL" clId="{33E94959-CDE2-43B6-9D83-0F64F62BF36D}" dt="2025-11-03T13:50:33.487" v="1583" actId="478"/>
          <ac:spMkLst>
            <pc:docMk/>
            <pc:sldMk cId="2200329592" sldId="265"/>
            <ac:spMk id="32" creationId="{84710382-0550-ED77-FD5D-A28903426599}"/>
          </ac:spMkLst>
        </pc:spChg>
        <pc:spChg chg="add del mod">
          <ac:chgData name="DORS Sebastien" userId="c8a8ab7e-62a9-47cc-be65-152bff4ab635" providerId="ADAL" clId="{33E94959-CDE2-43B6-9D83-0F64F62BF36D}" dt="2025-11-03T13:50:33.487" v="1583" actId="478"/>
          <ac:spMkLst>
            <pc:docMk/>
            <pc:sldMk cId="2200329592" sldId="265"/>
            <ac:spMk id="33" creationId="{C9D75868-059C-4997-9CA8-929488008DCD}"/>
          </ac:spMkLst>
        </pc:spChg>
        <pc:spChg chg="add mod">
          <ac:chgData name="DORS Sebastien" userId="c8a8ab7e-62a9-47cc-be65-152bff4ab635" providerId="ADAL" clId="{33E94959-CDE2-43B6-9D83-0F64F62BF36D}" dt="2025-11-03T13:39:31.759" v="1507" actId="1076"/>
          <ac:spMkLst>
            <pc:docMk/>
            <pc:sldMk cId="2200329592" sldId="265"/>
            <ac:spMk id="37" creationId="{9336D629-66CE-C26C-F242-AFB276FD57D0}"/>
          </ac:spMkLst>
        </pc:spChg>
        <pc:spChg chg="add mod">
          <ac:chgData name="DORS Sebastien" userId="c8a8ab7e-62a9-47cc-be65-152bff4ab635" providerId="ADAL" clId="{33E94959-CDE2-43B6-9D83-0F64F62BF36D}" dt="2025-11-03T13:39:43.915" v="1509" actId="1076"/>
          <ac:spMkLst>
            <pc:docMk/>
            <pc:sldMk cId="2200329592" sldId="265"/>
            <ac:spMk id="38" creationId="{1AAE500B-B099-7829-11ED-CA605DF5AA02}"/>
          </ac:spMkLst>
        </pc:spChg>
        <pc:spChg chg="add mod">
          <ac:chgData name="DORS Sebastien" userId="c8a8ab7e-62a9-47cc-be65-152bff4ab635" providerId="ADAL" clId="{33E94959-CDE2-43B6-9D83-0F64F62BF36D}" dt="2025-11-03T13:39:43.915" v="1509" actId="1076"/>
          <ac:spMkLst>
            <pc:docMk/>
            <pc:sldMk cId="2200329592" sldId="265"/>
            <ac:spMk id="40" creationId="{ACE3B968-13F2-658F-A325-B406B623DA80}"/>
          </ac:spMkLst>
        </pc:spChg>
        <pc:spChg chg="add mod">
          <ac:chgData name="DORS Sebastien" userId="c8a8ab7e-62a9-47cc-be65-152bff4ab635" providerId="ADAL" clId="{33E94959-CDE2-43B6-9D83-0F64F62BF36D}" dt="2025-11-03T13:41:43.229" v="1525" actId="1076"/>
          <ac:spMkLst>
            <pc:docMk/>
            <pc:sldMk cId="2200329592" sldId="265"/>
            <ac:spMk id="41" creationId="{33BB7FFD-3AFA-DF1D-5949-4AB0EBB27E56}"/>
          </ac:spMkLst>
        </pc:spChg>
        <pc:spChg chg="add mod">
          <ac:chgData name="DORS Sebastien" userId="c8a8ab7e-62a9-47cc-be65-152bff4ab635" providerId="ADAL" clId="{33E94959-CDE2-43B6-9D83-0F64F62BF36D}" dt="2025-11-03T13:41:43.229" v="1525" actId="1076"/>
          <ac:spMkLst>
            <pc:docMk/>
            <pc:sldMk cId="2200329592" sldId="265"/>
            <ac:spMk id="42" creationId="{1F707E9B-3E7A-916C-BF86-4AE1E2A48C05}"/>
          </ac:spMkLst>
        </pc:spChg>
        <pc:spChg chg="add mod">
          <ac:chgData name="DORS Sebastien" userId="c8a8ab7e-62a9-47cc-be65-152bff4ab635" providerId="ADAL" clId="{33E94959-CDE2-43B6-9D83-0F64F62BF36D}" dt="2025-11-03T13:50:36.159" v="1585" actId="1076"/>
          <ac:spMkLst>
            <pc:docMk/>
            <pc:sldMk cId="2200329592" sldId="265"/>
            <ac:spMk id="43" creationId="{6DCDC512-FE52-0672-4088-EEC339C53E7B}"/>
          </ac:spMkLst>
        </pc:spChg>
        <pc:spChg chg="add mod">
          <ac:chgData name="DORS Sebastien" userId="c8a8ab7e-62a9-47cc-be65-152bff4ab635" providerId="ADAL" clId="{33E94959-CDE2-43B6-9D83-0F64F62BF36D}" dt="2025-11-03T13:50:36.159" v="1585" actId="1076"/>
          <ac:spMkLst>
            <pc:docMk/>
            <pc:sldMk cId="2200329592" sldId="265"/>
            <ac:spMk id="44" creationId="{E15DD59B-E1CF-70EA-055E-6437A1918DE5}"/>
          </ac:spMkLst>
        </pc:spChg>
        <pc:picChg chg="add mod">
          <ac:chgData name="DORS Sebastien" userId="c8a8ab7e-62a9-47cc-be65-152bff4ab635" providerId="ADAL" clId="{33E94959-CDE2-43B6-9D83-0F64F62BF36D}" dt="2025-11-03T13:42:25.852" v="1531" actId="1076"/>
          <ac:picMkLst>
            <pc:docMk/>
            <pc:sldMk cId="2200329592" sldId="265"/>
            <ac:picMk id="30" creationId="{A6A8BD75-0BDB-D5E4-6C2E-63E20D4F95B8}"/>
          </ac:picMkLst>
        </pc:picChg>
        <pc:picChg chg="add del mod">
          <ac:chgData name="DORS Sebastien" userId="c8a8ab7e-62a9-47cc-be65-152bff4ab635" providerId="ADAL" clId="{33E94959-CDE2-43B6-9D83-0F64F62BF36D}" dt="2025-11-03T13:50:33.487" v="1583" actId="478"/>
          <ac:picMkLst>
            <pc:docMk/>
            <pc:sldMk cId="2200329592" sldId="265"/>
            <ac:picMk id="34" creationId="{04544CA3-41EF-B993-A13E-174CB318243E}"/>
          </ac:picMkLst>
        </pc:picChg>
        <pc:picChg chg="add del mod">
          <ac:chgData name="DORS Sebastien" userId="c8a8ab7e-62a9-47cc-be65-152bff4ab635" providerId="ADAL" clId="{33E94959-CDE2-43B6-9D83-0F64F62BF36D}" dt="2025-11-03T13:50:33.487" v="1583" actId="478"/>
          <ac:picMkLst>
            <pc:docMk/>
            <pc:sldMk cId="2200329592" sldId="265"/>
            <ac:picMk id="35" creationId="{49ADBE12-8DC3-7009-0354-6D778EB2FCB0}"/>
          </ac:picMkLst>
        </pc:picChg>
        <pc:picChg chg="add del mod">
          <ac:chgData name="DORS Sebastien" userId="c8a8ab7e-62a9-47cc-be65-152bff4ab635" providerId="ADAL" clId="{33E94959-CDE2-43B6-9D83-0F64F62BF36D}" dt="2025-11-03T13:50:33.487" v="1583" actId="478"/>
          <ac:picMkLst>
            <pc:docMk/>
            <pc:sldMk cId="2200329592" sldId="265"/>
            <ac:picMk id="36" creationId="{B020203F-34BD-4CE9-AD93-287EA4FB5312}"/>
          </ac:picMkLst>
        </pc:picChg>
        <pc:picChg chg="add mod">
          <ac:chgData name="DORS Sebastien" userId="c8a8ab7e-62a9-47cc-be65-152bff4ab635" providerId="ADAL" clId="{33E94959-CDE2-43B6-9D83-0F64F62BF36D}" dt="2025-11-03T13:39:43.915" v="1509" actId="1076"/>
          <ac:picMkLst>
            <pc:docMk/>
            <pc:sldMk cId="2200329592" sldId="265"/>
            <ac:picMk id="39" creationId="{F8A22CED-088B-B0DC-4C20-488C0F878D4D}"/>
          </ac:picMkLst>
        </pc:picChg>
        <pc:picChg chg="add mod">
          <ac:chgData name="DORS Sebastien" userId="c8a8ab7e-62a9-47cc-be65-152bff4ab635" providerId="ADAL" clId="{33E94959-CDE2-43B6-9D83-0F64F62BF36D}" dt="2025-11-03T13:50:36.159" v="1585" actId="1076"/>
          <ac:picMkLst>
            <pc:docMk/>
            <pc:sldMk cId="2200329592" sldId="265"/>
            <ac:picMk id="45" creationId="{BDA669D1-A31A-9C6E-8FCE-4E2F0DF6F62B}"/>
          </ac:picMkLst>
        </pc:picChg>
        <pc:picChg chg="add mod">
          <ac:chgData name="DORS Sebastien" userId="c8a8ab7e-62a9-47cc-be65-152bff4ab635" providerId="ADAL" clId="{33E94959-CDE2-43B6-9D83-0F64F62BF36D}" dt="2025-11-03T13:50:36.159" v="1585" actId="1076"/>
          <ac:picMkLst>
            <pc:docMk/>
            <pc:sldMk cId="2200329592" sldId="265"/>
            <ac:picMk id="46" creationId="{CD1A2F1A-F42E-B9E9-9E93-6E33A7866415}"/>
          </ac:picMkLst>
        </pc:picChg>
        <pc:picChg chg="add mod">
          <ac:chgData name="DORS Sebastien" userId="c8a8ab7e-62a9-47cc-be65-152bff4ab635" providerId="ADAL" clId="{33E94959-CDE2-43B6-9D83-0F64F62BF36D}" dt="2025-11-03T13:50:36.159" v="1585" actId="1076"/>
          <ac:picMkLst>
            <pc:docMk/>
            <pc:sldMk cId="2200329592" sldId="265"/>
            <ac:picMk id="47" creationId="{5AB1BE92-2725-39BE-7504-13717E47DC2D}"/>
          </ac:picMkLst>
        </pc:picChg>
        <pc:picChg chg="add mod">
          <ac:chgData name="DORS Sebastien" userId="c8a8ab7e-62a9-47cc-be65-152bff4ab635" providerId="ADAL" clId="{33E94959-CDE2-43B6-9D83-0F64F62BF36D}" dt="2025-11-03T13:50:36.159" v="1585" actId="1076"/>
          <ac:picMkLst>
            <pc:docMk/>
            <pc:sldMk cId="2200329592" sldId="265"/>
            <ac:picMk id="48" creationId="{1D5D1FF2-2505-3D4A-FC07-D996D05DD311}"/>
          </ac:picMkLst>
        </pc:picChg>
      </pc:sldChg>
      <pc:sldChg chg="delSp add del mod">
        <pc:chgData name="DORS Sebastien" userId="c8a8ab7e-62a9-47cc-be65-152bff4ab635" providerId="ADAL" clId="{33E94959-CDE2-43B6-9D83-0F64F62BF36D}" dt="2025-11-03T10:10:26.900" v="136" actId="47"/>
        <pc:sldMkLst>
          <pc:docMk/>
          <pc:sldMk cId="1805342201" sldId="266"/>
        </pc:sldMkLst>
        <pc:spChg chg="del">
          <ac:chgData name="DORS Sebastien" userId="c8a8ab7e-62a9-47cc-be65-152bff4ab635" providerId="ADAL" clId="{33E94959-CDE2-43B6-9D83-0F64F62BF36D}" dt="2025-11-03T10:10:15.825" v="133" actId="478"/>
          <ac:spMkLst>
            <pc:docMk/>
            <pc:sldMk cId="1805342201" sldId="266"/>
            <ac:spMk id="7" creationId="{F7E6EB1A-8C27-D99C-F14C-C1A3053F2871}"/>
          </ac:spMkLst>
        </pc:spChg>
        <pc:spChg chg="del">
          <ac:chgData name="DORS Sebastien" userId="c8a8ab7e-62a9-47cc-be65-152bff4ab635" providerId="ADAL" clId="{33E94959-CDE2-43B6-9D83-0F64F62BF36D}" dt="2025-11-03T10:10:15.825" v="133" actId="478"/>
          <ac:spMkLst>
            <pc:docMk/>
            <pc:sldMk cId="1805342201" sldId="266"/>
            <ac:spMk id="9" creationId="{7E4DCFA7-4B02-B807-55A4-0B2D44BC5C31}"/>
          </ac:spMkLst>
        </pc:spChg>
        <pc:spChg chg="del">
          <ac:chgData name="DORS Sebastien" userId="c8a8ab7e-62a9-47cc-be65-152bff4ab635" providerId="ADAL" clId="{33E94959-CDE2-43B6-9D83-0F64F62BF36D}" dt="2025-11-03T10:10:15.825" v="133" actId="478"/>
          <ac:spMkLst>
            <pc:docMk/>
            <pc:sldMk cId="1805342201" sldId="266"/>
            <ac:spMk id="10" creationId="{B8245C29-D5DE-AB74-D663-BB54C70E1CCE}"/>
          </ac:spMkLst>
        </pc:spChg>
        <pc:spChg chg="del">
          <ac:chgData name="DORS Sebastien" userId="c8a8ab7e-62a9-47cc-be65-152bff4ab635" providerId="ADAL" clId="{33E94959-CDE2-43B6-9D83-0F64F62BF36D}" dt="2025-11-03T10:10:15.825" v="133" actId="478"/>
          <ac:spMkLst>
            <pc:docMk/>
            <pc:sldMk cId="1805342201" sldId="266"/>
            <ac:spMk id="11" creationId="{3EB0C634-2FDE-AEDB-4F8A-6C85C2F7B6B9}"/>
          </ac:spMkLst>
        </pc:spChg>
        <pc:spChg chg="del">
          <ac:chgData name="DORS Sebastien" userId="c8a8ab7e-62a9-47cc-be65-152bff4ab635" providerId="ADAL" clId="{33E94959-CDE2-43B6-9D83-0F64F62BF36D}" dt="2025-11-03T10:10:15.825" v="133" actId="478"/>
          <ac:spMkLst>
            <pc:docMk/>
            <pc:sldMk cId="1805342201" sldId="266"/>
            <ac:spMk id="13" creationId="{36F490DB-A814-DF28-CC5C-27F38614B0D6}"/>
          </ac:spMkLst>
        </pc:spChg>
        <pc:spChg chg="del">
          <ac:chgData name="DORS Sebastien" userId="c8a8ab7e-62a9-47cc-be65-152bff4ab635" providerId="ADAL" clId="{33E94959-CDE2-43B6-9D83-0F64F62BF36D}" dt="2025-11-03T10:10:15.825" v="133" actId="478"/>
          <ac:spMkLst>
            <pc:docMk/>
            <pc:sldMk cId="1805342201" sldId="266"/>
            <ac:spMk id="19" creationId="{2685E82A-C61B-EF00-8A5C-714B34FB4B78}"/>
          </ac:spMkLst>
        </pc:spChg>
        <pc:spChg chg="del">
          <ac:chgData name="DORS Sebastien" userId="c8a8ab7e-62a9-47cc-be65-152bff4ab635" providerId="ADAL" clId="{33E94959-CDE2-43B6-9D83-0F64F62BF36D}" dt="2025-11-03T10:10:15.825" v="133" actId="478"/>
          <ac:spMkLst>
            <pc:docMk/>
            <pc:sldMk cId="1805342201" sldId="266"/>
            <ac:spMk id="23" creationId="{F0EEABD8-463D-85CD-9F0E-C56049A8D0FC}"/>
          </ac:spMkLst>
        </pc:spChg>
        <pc:spChg chg="del">
          <ac:chgData name="DORS Sebastien" userId="c8a8ab7e-62a9-47cc-be65-152bff4ab635" providerId="ADAL" clId="{33E94959-CDE2-43B6-9D83-0F64F62BF36D}" dt="2025-11-03T10:10:15.825" v="133" actId="478"/>
          <ac:spMkLst>
            <pc:docMk/>
            <pc:sldMk cId="1805342201" sldId="266"/>
            <ac:spMk id="24" creationId="{14E97A89-4C50-1AB2-71CE-091F3C747C12}"/>
          </ac:spMkLst>
        </pc:spChg>
        <pc:spChg chg="del">
          <ac:chgData name="DORS Sebastien" userId="c8a8ab7e-62a9-47cc-be65-152bff4ab635" providerId="ADAL" clId="{33E94959-CDE2-43B6-9D83-0F64F62BF36D}" dt="2025-11-03T10:10:15.825" v="133" actId="478"/>
          <ac:spMkLst>
            <pc:docMk/>
            <pc:sldMk cId="1805342201" sldId="266"/>
            <ac:spMk id="25" creationId="{81864576-4D0C-7F80-5809-DC997CE0C94D}"/>
          </ac:spMkLst>
        </pc:spChg>
        <pc:picChg chg="del">
          <ac:chgData name="DORS Sebastien" userId="c8a8ab7e-62a9-47cc-be65-152bff4ab635" providerId="ADAL" clId="{33E94959-CDE2-43B6-9D83-0F64F62BF36D}" dt="2025-11-03T10:10:15.825" v="133" actId="478"/>
          <ac:picMkLst>
            <pc:docMk/>
            <pc:sldMk cId="1805342201" sldId="266"/>
            <ac:picMk id="22" creationId="{603C0E7F-06D0-7192-75B7-F174A900D8B4}"/>
          </ac:picMkLst>
        </pc:picChg>
      </pc:sldChg>
      <pc:sldChg chg="addSp delSp modSp add del mod modTransition">
        <pc:chgData name="DORS Sebastien" userId="c8a8ab7e-62a9-47cc-be65-152bff4ab635" providerId="ADAL" clId="{33E94959-CDE2-43B6-9D83-0F64F62BF36D}" dt="2025-11-03T10:30:28.846" v="326" actId="47"/>
        <pc:sldMkLst>
          <pc:docMk/>
          <pc:sldMk cId="2799706070" sldId="266"/>
        </pc:sldMkLst>
        <pc:spChg chg="add del mod">
          <ac:chgData name="DORS Sebastien" userId="c8a8ab7e-62a9-47cc-be65-152bff4ab635" providerId="ADAL" clId="{33E94959-CDE2-43B6-9D83-0F64F62BF36D}" dt="2025-11-03T10:24:10.309" v="277" actId="14100"/>
          <ac:spMkLst>
            <pc:docMk/>
            <pc:sldMk cId="2799706070" sldId="266"/>
            <ac:spMk id="5" creationId="{FE2AB337-17ED-475E-566C-EF5C76D73330}"/>
          </ac:spMkLst>
        </pc:spChg>
        <pc:spChg chg="add del">
          <ac:chgData name="DORS Sebastien" userId="c8a8ab7e-62a9-47cc-be65-152bff4ab635" providerId="ADAL" clId="{33E94959-CDE2-43B6-9D83-0F64F62BF36D}" dt="2025-11-03T10:23:46.342" v="275" actId="478"/>
          <ac:spMkLst>
            <pc:docMk/>
            <pc:sldMk cId="2799706070" sldId="266"/>
            <ac:spMk id="6" creationId="{2DCDB634-A796-B1B6-0486-00965D6D0A62}"/>
          </ac:spMkLst>
        </pc:spChg>
        <pc:spChg chg="add del mod">
          <ac:chgData name="DORS Sebastien" userId="c8a8ab7e-62a9-47cc-be65-152bff4ab635" providerId="ADAL" clId="{33E94959-CDE2-43B6-9D83-0F64F62BF36D}" dt="2025-11-03T10:24:12.929" v="278" actId="14100"/>
          <ac:spMkLst>
            <pc:docMk/>
            <pc:sldMk cId="2799706070" sldId="266"/>
            <ac:spMk id="16" creationId="{B6283A98-4FE9-E5A3-0843-BAFBA54BD342}"/>
          </ac:spMkLst>
        </pc:spChg>
        <pc:spChg chg="add del">
          <ac:chgData name="DORS Sebastien" userId="c8a8ab7e-62a9-47cc-be65-152bff4ab635" providerId="ADAL" clId="{33E94959-CDE2-43B6-9D83-0F64F62BF36D}" dt="2025-11-03T10:24:03.058" v="276" actId="478"/>
          <ac:spMkLst>
            <pc:docMk/>
            <pc:sldMk cId="2799706070" sldId="266"/>
            <ac:spMk id="17" creationId="{6EB5BD1C-41C8-6C28-4CF5-37C412AE7BEC}"/>
          </ac:spMkLst>
        </pc:spChg>
        <pc:spChg chg="add del">
          <ac:chgData name="DORS Sebastien" userId="c8a8ab7e-62a9-47cc-be65-152bff4ab635" providerId="ADAL" clId="{33E94959-CDE2-43B6-9D83-0F64F62BF36D}" dt="2025-11-03T10:23:46.342" v="275" actId="478"/>
          <ac:spMkLst>
            <pc:docMk/>
            <pc:sldMk cId="2799706070" sldId="266"/>
            <ac:spMk id="22" creationId="{71C06592-E9B8-5F5D-CC3C-DC948DDE0EC3}"/>
          </ac:spMkLst>
        </pc:spChg>
        <pc:spChg chg="add mod">
          <ac:chgData name="DORS Sebastien" userId="c8a8ab7e-62a9-47cc-be65-152bff4ab635" providerId="ADAL" clId="{33E94959-CDE2-43B6-9D83-0F64F62BF36D}" dt="2025-11-03T10:26:12.555" v="303" actId="1076"/>
          <ac:spMkLst>
            <pc:docMk/>
            <pc:sldMk cId="2799706070" sldId="266"/>
            <ac:spMk id="44" creationId="{87DD1703-A4E0-1F44-0931-0B11AFA19E11}"/>
          </ac:spMkLst>
        </pc:spChg>
        <pc:spChg chg="add mod">
          <ac:chgData name="DORS Sebastien" userId="c8a8ab7e-62a9-47cc-be65-152bff4ab635" providerId="ADAL" clId="{33E94959-CDE2-43B6-9D83-0F64F62BF36D}" dt="2025-11-03T10:26:16.770" v="304" actId="1076"/>
          <ac:spMkLst>
            <pc:docMk/>
            <pc:sldMk cId="2799706070" sldId="266"/>
            <ac:spMk id="45" creationId="{C67D0D2E-09C2-FB46-6B59-AA2A40F8A45A}"/>
          </ac:spMkLst>
        </pc:spChg>
        <pc:spChg chg="add mod">
          <ac:chgData name="DORS Sebastien" userId="c8a8ab7e-62a9-47cc-be65-152bff4ab635" providerId="ADAL" clId="{33E94959-CDE2-43B6-9D83-0F64F62BF36D}" dt="2025-11-03T10:26:05.346" v="300" actId="1076"/>
          <ac:spMkLst>
            <pc:docMk/>
            <pc:sldMk cId="2799706070" sldId="266"/>
            <ac:spMk id="49" creationId="{81049B97-1981-28C3-D063-CE450F7D2B71}"/>
          </ac:spMkLst>
        </pc:spChg>
        <pc:spChg chg="mod">
          <ac:chgData name="DORS Sebastien" userId="c8a8ab7e-62a9-47cc-be65-152bff4ab635" providerId="ADAL" clId="{33E94959-CDE2-43B6-9D83-0F64F62BF36D}" dt="2025-11-03T10:29:42.692" v="320"/>
          <ac:spMkLst>
            <pc:docMk/>
            <pc:sldMk cId="2799706070" sldId="266"/>
            <ac:spMk id="52" creationId="{4A2DF7FA-5B31-337C-2CB6-7B580DB16DB4}"/>
          </ac:spMkLst>
        </pc:spChg>
        <pc:spChg chg="mod">
          <ac:chgData name="DORS Sebastien" userId="c8a8ab7e-62a9-47cc-be65-152bff4ab635" providerId="ADAL" clId="{33E94959-CDE2-43B6-9D83-0F64F62BF36D}" dt="2025-11-03T10:29:55.151" v="323" actId="1076"/>
          <ac:spMkLst>
            <pc:docMk/>
            <pc:sldMk cId="2799706070" sldId="266"/>
            <ac:spMk id="53" creationId="{EFA9242E-A085-B2E5-C10F-022C396C89A0}"/>
          </ac:spMkLst>
        </pc:spChg>
        <pc:grpChg chg="del">
          <ac:chgData name="DORS Sebastien" userId="c8a8ab7e-62a9-47cc-be65-152bff4ab635" providerId="ADAL" clId="{33E94959-CDE2-43B6-9D83-0F64F62BF36D}" dt="2025-11-03T10:22:49.216" v="271" actId="478"/>
          <ac:grpSpMkLst>
            <pc:docMk/>
            <pc:sldMk cId="2799706070" sldId="266"/>
            <ac:grpSpMk id="9" creationId="{2B2ECC18-D00C-599F-6DA8-3CD31DA1527B}"/>
          </ac:grpSpMkLst>
        </pc:grpChg>
        <pc:grpChg chg="del">
          <ac:chgData name="DORS Sebastien" userId="c8a8ab7e-62a9-47cc-be65-152bff4ab635" providerId="ADAL" clId="{33E94959-CDE2-43B6-9D83-0F64F62BF36D}" dt="2025-11-03T10:22:49.216" v="271" actId="478"/>
          <ac:grpSpMkLst>
            <pc:docMk/>
            <pc:sldMk cId="2799706070" sldId="266"/>
            <ac:grpSpMk id="26" creationId="{E72092E9-F215-71DF-A948-45CE7E68EE2F}"/>
          </ac:grpSpMkLst>
        </pc:grpChg>
        <pc:grpChg chg="del">
          <ac:chgData name="DORS Sebastien" userId="c8a8ab7e-62a9-47cc-be65-152bff4ab635" providerId="ADAL" clId="{33E94959-CDE2-43B6-9D83-0F64F62BF36D}" dt="2025-11-03T10:22:49.216" v="271" actId="478"/>
          <ac:grpSpMkLst>
            <pc:docMk/>
            <pc:sldMk cId="2799706070" sldId="266"/>
            <ac:grpSpMk id="35" creationId="{47F2E1F8-DB72-8FE4-29CB-37AC2B62767A}"/>
          </ac:grpSpMkLst>
        </pc:grpChg>
        <pc:grpChg chg="add mod">
          <ac:chgData name="DORS Sebastien" userId="c8a8ab7e-62a9-47cc-be65-152bff4ab635" providerId="ADAL" clId="{33E94959-CDE2-43B6-9D83-0F64F62BF36D}" dt="2025-11-03T10:29:47.769" v="321" actId="14100"/>
          <ac:grpSpMkLst>
            <pc:docMk/>
            <pc:sldMk cId="2799706070" sldId="266"/>
            <ac:grpSpMk id="51" creationId="{53441448-DDF9-1C73-1B61-DBC54E743A79}"/>
          </ac:grpSpMkLst>
        </pc:grpChg>
        <pc:picChg chg="add del mod">
          <ac:chgData name="DORS Sebastien" userId="c8a8ab7e-62a9-47cc-be65-152bff4ab635" providerId="ADAL" clId="{33E94959-CDE2-43B6-9D83-0F64F62BF36D}" dt="2025-11-03T10:24:24.643" v="280" actId="1076"/>
          <ac:picMkLst>
            <pc:docMk/>
            <pc:sldMk cId="2799706070" sldId="266"/>
            <ac:picMk id="13" creationId="{80FCEE31-C0FD-B27F-B00A-D61684B20D72}"/>
          </ac:picMkLst>
        </pc:picChg>
        <pc:picChg chg="add del">
          <ac:chgData name="DORS Sebastien" userId="c8a8ab7e-62a9-47cc-be65-152bff4ab635" providerId="ADAL" clId="{33E94959-CDE2-43B6-9D83-0F64F62BF36D}" dt="2025-11-03T10:24:03.058" v="276" actId="478"/>
          <ac:picMkLst>
            <pc:docMk/>
            <pc:sldMk cId="2799706070" sldId="266"/>
            <ac:picMk id="18" creationId="{289505DC-DDF7-4CD2-CC11-E3CA991143E5}"/>
          </ac:picMkLst>
        </pc:picChg>
        <pc:picChg chg="add del">
          <ac:chgData name="DORS Sebastien" userId="c8a8ab7e-62a9-47cc-be65-152bff4ab635" providerId="ADAL" clId="{33E94959-CDE2-43B6-9D83-0F64F62BF36D}" dt="2025-11-03T10:24:03.058" v="276" actId="478"/>
          <ac:picMkLst>
            <pc:docMk/>
            <pc:sldMk cId="2799706070" sldId="266"/>
            <ac:picMk id="19" creationId="{B178147D-819B-0A91-448F-9AD74FB7487F}"/>
          </ac:picMkLst>
        </pc:picChg>
        <pc:picChg chg="add del">
          <ac:chgData name="DORS Sebastien" userId="c8a8ab7e-62a9-47cc-be65-152bff4ab635" providerId="ADAL" clId="{33E94959-CDE2-43B6-9D83-0F64F62BF36D}" dt="2025-11-03T10:24:03.058" v="276" actId="478"/>
          <ac:picMkLst>
            <pc:docMk/>
            <pc:sldMk cId="2799706070" sldId="266"/>
            <ac:picMk id="20" creationId="{99F0FF04-AD5D-6FAF-73D6-0910F302E5F7}"/>
          </ac:picMkLst>
        </pc:picChg>
        <pc:picChg chg="add mod">
          <ac:chgData name="DORS Sebastien" userId="c8a8ab7e-62a9-47cc-be65-152bff4ab635" providerId="ADAL" clId="{33E94959-CDE2-43B6-9D83-0F64F62BF36D}" dt="2025-11-03T10:26:02.424" v="299" actId="1076"/>
          <ac:picMkLst>
            <pc:docMk/>
            <pc:sldMk cId="2799706070" sldId="266"/>
            <ac:picMk id="46" creationId="{C8BFC14C-C952-18F8-D917-BA5ECD44A9BF}"/>
          </ac:picMkLst>
        </pc:picChg>
        <pc:picChg chg="add mod">
          <ac:chgData name="DORS Sebastien" userId="c8a8ab7e-62a9-47cc-be65-152bff4ab635" providerId="ADAL" clId="{33E94959-CDE2-43B6-9D83-0F64F62BF36D}" dt="2025-11-03T10:26:25.406" v="310" actId="1076"/>
          <ac:picMkLst>
            <pc:docMk/>
            <pc:sldMk cId="2799706070" sldId="266"/>
            <ac:picMk id="47" creationId="{6CB5D9B2-1EF5-0C7C-B14B-20A55DCC5238}"/>
          </ac:picMkLst>
        </pc:picChg>
        <pc:picChg chg="add mod">
          <ac:chgData name="DORS Sebastien" userId="c8a8ab7e-62a9-47cc-be65-152bff4ab635" providerId="ADAL" clId="{33E94959-CDE2-43B6-9D83-0F64F62BF36D}" dt="2025-11-03T10:26:20.926" v="307" actId="1076"/>
          <ac:picMkLst>
            <pc:docMk/>
            <pc:sldMk cId="2799706070" sldId="266"/>
            <ac:picMk id="48" creationId="{32400DB1-42D9-84F1-080F-84C55DC8B256}"/>
          </ac:picMkLst>
        </pc:picChg>
        <pc:picChg chg="add mod">
          <ac:chgData name="DORS Sebastien" userId="c8a8ab7e-62a9-47cc-be65-152bff4ab635" providerId="ADAL" clId="{33E94959-CDE2-43B6-9D83-0F64F62BF36D}" dt="2025-11-03T10:26:19.468" v="306" actId="571"/>
          <ac:picMkLst>
            <pc:docMk/>
            <pc:sldMk cId="2799706070" sldId="266"/>
            <ac:picMk id="50" creationId="{A6DB522E-53BF-DCDC-E7BC-6BE9B359EA9C}"/>
          </ac:picMkLst>
        </pc:picChg>
        <pc:picChg chg="mod">
          <ac:chgData name="DORS Sebastien" userId="c8a8ab7e-62a9-47cc-be65-152bff4ab635" providerId="ADAL" clId="{33E94959-CDE2-43B6-9D83-0F64F62BF36D}" dt="2025-11-03T10:30:01.708" v="325" actId="1076"/>
          <ac:picMkLst>
            <pc:docMk/>
            <pc:sldMk cId="2799706070" sldId="266"/>
            <ac:picMk id="54" creationId="{4D7ADB68-58D6-7994-F3E1-078B4E28BAC0}"/>
          </ac:picMkLst>
        </pc:picChg>
      </pc:sldChg>
      <pc:sldChg chg="delSp add del mod">
        <pc:chgData name="DORS Sebastien" userId="c8a8ab7e-62a9-47cc-be65-152bff4ab635" providerId="ADAL" clId="{33E94959-CDE2-43B6-9D83-0F64F62BF36D}" dt="2025-11-03T10:10:26.900" v="136" actId="47"/>
        <pc:sldMkLst>
          <pc:docMk/>
          <pc:sldMk cId="1707410108" sldId="267"/>
        </pc:sldMkLst>
        <pc:spChg chg="del">
          <ac:chgData name="DORS Sebastien" userId="c8a8ab7e-62a9-47cc-be65-152bff4ab635" providerId="ADAL" clId="{33E94959-CDE2-43B6-9D83-0F64F62BF36D}" dt="2025-11-03T10:10:12.215" v="132" actId="478"/>
          <ac:spMkLst>
            <pc:docMk/>
            <pc:sldMk cId="1707410108" sldId="267"/>
            <ac:spMk id="7" creationId="{7DE16A36-120A-00B2-14EF-3CBBB395BBDA}"/>
          </ac:spMkLst>
        </pc:spChg>
        <pc:spChg chg="del">
          <ac:chgData name="DORS Sebastien" userId="c8a8ab7e-62a9-47cc-be65-152bff4ab635" providerId="ADAL" clId="{33E94959-CDE2-43B6-9D83-0F64F62BF36D}" dt="2025-11-03T10:10:12.215" v="132" actId="478"/>
          <ac:spMkLst>
            <pc:docMk/>
            <pc:sldMk cId="1707410108" sldId="267"/>
            <ac:spMk id="9" creationId="{29BF51D6-9A25-A2C1-C9A0-8DB41C145E0A}"/>
          </ac:spMkLst>
        </pc:spChg>
        <pc:spChg chg="del">
          <ac:chgData name="DORS Sebastien" userId="c8a8ab7e-62a9-47cc-be65-152bff4ab635" providerId="ADAL" clId="{33E94959-CDE2-43B6-9D83-0F64F62BF36D}" dt="2025-11-03T10:10:12.215" v="132" actId="478"/>
          <ac:spMkLst>
            <pc:docMk/>
            <pc:sldMk cId="1707410108" sldId="267"/>
            <ac:spMk id="10" creationId="{89228727-BC59-0E6D-CF61-6F11A4656FE8}"/>
          </ac:spMkLst>
        </pc:spChg>
        <pc:spChg chg="del">
          <ac:chgData name="DORS Sebastien" userId="c8a8ab7e-62a9-47cc-be65-152bff4ab635" providerId="ADAL" clId="{33E94959-CDE2-43B6-9D83-0F64F62BF36D}" dt="2025-11-03T10:10:12.215" v="132" actId="478"/>
          <ac:spMkLst>
            <pc:docMk/>
            <pc:sldMk cId="1707410108" sldId="267"/>
            <ac:spMk id="11" creationId="{8D354975-A17E-E683-2EF9-C96DCFE82FBE}"/>
          </ac:spMkLst>
        </pc:spChg>
        <pc:spChg chg="del">
          <ac:chgData name="DORS Sebastien" userId="c8a8ab7e-62a9-47cc-be65-152bff4ab635" providerId="ADAL" clId="{33E94959-CDE2-43B6-9D83-0F64F62BF36D}" dt="2025-11-03T10:10:12.215" v="132" actId="478"/>
          <ac:spMkLst>
            <pc:docMk/>
            <pc:sldMk cId="1707410108" sldId="267"/>
            <ac:spMk id="13" creationId="{437AE775-2A96-1896-EE89-BE29B3E44B5E}"/>
          </ac:spMkLst>
        </pc:spChg>
        <pc:spChg chg="del">
          <ac:chgData name="DORS Sebastien" userId="c8a8ab7e-62a9-47cc-be65-152bff4ab635" providerId="ADAL" clId="{33E94959-CDE2-43B6-9D83-0F64F62BF36D}" dt="2025-11-03T10:10:12.215" v="132" actId="478"/>
          <ac:spMkLst>
            <pc:docMk/>
            <pc:sldMk cId="1707410108" sldId="267"/>
            <ac:spMk id="19" creationId="{3E930C39-A857-B539-F187-448E1446DCD4}"/>
          </ac:spMkLst>
        </pc:spChg>
        <pc:spChg chg="del">
          <ac:chgData name="DORS Sebastien" userId="c8a8ab7e-62a9-47cc-be65-152bff4ab635" providerId="ADAL" clId="{33E94959-CDE2-43B6-9D83-0F64F62BF36D}" dt="2025-11-03T10:10:12.215" v="132" actId="478"/>
          <ac:spMkLst>
            <pc:docMk/>
            <pc:sldMk cId="1707410108" sldId="267"/>
            <ac:spMk id="23" creationId="{6BFCEE9A-3B97-99AA-D997-C529AC2AC19C}"/>
          </ac:spMkLst>
        </pc:spChg>
        <pc:spChg chg="del">
          <ac:chgData name="DORS Sebastien" userId="c8a8ab7e-62a9-47cc-be65-152bff4ab635" providerId="ADAL" clId="{33E94959-CDE2-43B6-9D83-0F64F62BF36D}" dt="2025-11-03T10:10:12.215" v="132" actId="478"/>
          <ac:spMkLst>
            <pc:docMk/>
            <pc:sldMk cId="1707410108" sldId="267"/>
            <ac:spMk id="24" creationId="{BAD7A451-4334-1377-00D3-D45F17CBE6DC}"/>
          </ac:spMkLst>
        </pc:spChg>
        <pc:spChg chg="del">
          <ac:chgData name="DORS Sebastien" userId="c8a8ab7e-62a9-47cc-be65-152bff4ab635" providerId="ADAL" clId="{33E94959-CDE2-43B6-9D83-0F64F62BF36D}" dt="2025-11-03T10:10:12.215" v="132" actId="478"/>
          <ac:spMkLst>
            <pc:docMk/>
            <pc:sldMk cId="1707410108" sldId="267"/>
            <ac:spMk id="25" creationId="{E2949319-CAB4-6DBA-5A34-BD743B3519FD}"/>
          </ac:spMkLst>
        </pc:spChg>
        <pc:picChg chg="del">
          <ac:chgData name="DORS Sebastien" userId="c8a8ab7e-62a9-47cc-be65-152bff4ab635" providerId="ADAL" clId="{33E94959-CDE2-43B6-9D83-0F64F62BF36D}" dt="2025-11-03T10:10:12.215" v="132" actId="478"/>
          <ac:picMkLst>
            <pc:docMk/>
            <pc:sldMk cId="1707410108" sldId="267"/>
            <ac:picMk id="21" creationId="{38852BD9-1386-D985-ABA8-E831EE02D254}"/>
          </ac:picMkLst>
        </pc:picChg>
      </pc:sldChg>
      <pc:sldChg chg="addSp delSp modSp add mod modTransition modNotesTx">
        <pc:chgData name="DORS Sebastien" userId="c8a8ab7e-62a9-47cc-be65-152bff4ab635" providerId="ADAL" clId="{33E94959-CDE2-43B6-9D83-0F64F62BF36D}" dt="2025-11-03T13:37:29.737" v="1489" actId="1076"/>
        <pc:sldMkLst>
          <pc:docMk/>
          <pc:sldMk cId="3848023660" sldId="267"/>
        </pc:sldMkLst>
        <pc:spChg chg="mod">
          <ac:chgData name="DORS Sebastien" userId="c8a8ab7e-62a9-47cc-be65-152bff4ab635" providerId="ADAL" clId="{33E94959-CDE2-43B6-9D83-0F64F62BF36D}" dt="2025-11-03T10:30:43.523" v="330" actId="1076"/>
          <ac:spMkLst>
            <pc:docMk/>
            <pc:sldMk cId="3848023660" sldId="267"/>
            <ac:spMk id="2" creationId="{F43C1C62-9FEE-21F9-087E-DE6D7D109335}"/>
          </ac:spMkLst>
        </pc:spChg>
        <pc:spChg chg="del mod">
          <ac:chgData name="DORS Sebastien" userId="c8a8ab7e-62a9-47cc-be65-152bff4ab635" providerId="ADAL" clId="{33E94959-CDE2-43B6-9D83-0F64F62BF36D}" dt="2025-11-03T10:36:59.013" v="409" actId="478"/>
          <ac:spMkLst>
            <pc:docMk/>
            <pc:sldMk cId="3848023660" sldId="267"/>
            <ac:spMk id="3" creationId="{22FDE007-C94D-5AB1-F5B3-BF86B978EF80}"/>
          </ac:spMkLst>
        </pc:spChg>
        <pc:spChg chg="mod topLvl">
          <ac:chgData name="DORS Sebastien" userId="c8a8ab7e-62a9-47cc-be65-152bff4ab635" providerId="ADAL" clId="{33E94959-CDE2-43B6-9D83-0F64F62BF36D}" dt="2025-11-03T12:55:12.940" v="475" actId="14861"/>
          <ac:spMkLst>
            <pc:docMk/>
            <pc:sldMk cId="3848023660" sldId="267"/>
            <ac:spMk id="4" creationId="{B8B2475E-69FB-FCD8-8444-79604D5822D4}"/>
          </ac:spMkLst>
        </pc:spChg>
        <pc:spChg chg="mod">
          <ac:chgData name="DORS Sebastien" userId="c8a8ab7e-62a9-47cc-be65-152bff4ab635" providerId="ADAL" clId="{33E94959-CDE2-43B6-9D83-0F64F62BF36D}" dt="2025-11-03T10:30:54.422" v="333" actId="164"/>
          <ac:spMkLst>
            <pc:docMk/>
            <pc:sldMk cId="3848023660" sldId="267"/>
            <ac:spMk id="5" creationId="{BCF10A18-8320-60FF-5A8C-897C5E469B9A}"/>
          </ac:spMkLst>
        </pc:spChg>
        <pc:spChg chg="mod">
          <ac:chgData name="DORS Sebastien" userId="c8a8ab7e-62a9-47cc-be65-152bff4ab635" providerId="ADAL" clId="{33E94959-CDE2-43B6-9D83-0F64F62BF36D}" dt="2025-11-03T10:30:57.770" v="334" actId="164"/>
          <ac:spMkLst>
            <pc:docMk/>
            <pc:sldMk cId="3848023660" sldId="267"/>
            <ac:spMk id="6" creationId="{F41CC90F-16D1-68E8-6CDB-FD58FFBAC54F}"/>
          </ac:spMkLst>
        </pc:spChg>
        <pc:spChg chg="mod topLvl">
          <ac:chgData name="DORS Sebastien" userId="c8a8ab7e-62a9-47cc-be65-152bff4ab635" providerId="ADAL" clId="{33E94959-CDE2-43B6-9D83-0F64F62BF36D}" dt="2025-11-03T13:21:56.887" v="1355" actId="207"/>
          <ac:spMkLst>
            <pc:docMk/>
            <pc:sldMk cId="3848023660" sldId="267"/>
            <ac:spMk id="7" creationId="{DD5B60A3-174D-B0F8-C5F9-4A1B604F4B8E}"/>
          </ac:spMkLst>
        </pc:spChg>
        <pc:spChg chg="mod">
          <ac:chgData name="DORS Sebastien" userId="c8a8ab7e-62a9-47cc-be65-152bff4ab635" providerId="ADAL" clId="{33E94959-CDE2-43B6-9D83-0F64F62BF36D}" dt="2025-11-03T10:31:31.211" v="341"/>
          <ac:spMkLst>
            <pc:docMk/>
            <pc:sldMk cId="3848023660" sldId="267"/>
            <ac:spMk id="15" creationId="{14B79EB7-50E2-45BB-2CC6-2EBC39FABFB8}"/>
          </ac:spMkLst>
        </pc:spChg>
        <pc:spChg chg="mod">
          <ac:chgData name="DORS Sebastien" userId="c8a8ab7e-62a9-47cc-be65-152bff4ab635" providerId="ADAL" clId="{33E94959-CDE2-43B6-9D83-0F64F62BF36D}" dt="2025-11-03T10:30:54.422" v="333" actId="164"/>
          <ac:spMkLst>
            <pc:docMk/>
            <pc:sldMk cId="3848023660" sldId="267"/>
            <ac:spMk id="16" creationId="{F2F828F2-DC6F-2A3A-E696-A32CBDCD400F}"/>
          </ac:spMkLst>
        </pc:spChg>
        <pc:spChg chg="mod">
          <ac:chgData name="DORS Sebastien" userId="c8a8ab7e-62a9-47cc-be65-152bff4ab635" providerId="ADAL" clId="{33E94959-CDE2-43B6-9D83-0F64F62BF36D}" dt="2025-11-03T10:30:57.770" v="334" actId="164"/>
          <ac:spMkLst>
            <pc:docMk/>
            <pc:sldMk cId="3848023660" sldId="267"/>
            <ac:spMk id="17" creationId="{C0A7D892-5870-F268-198D-97BF396826CB}"/>
          </ac:spMkLst>
        </pc:spChg>
        <pc:spChg chg="del">
          <ac:chgData name="DORS Sebastien" userId="c8a8ab7e-62a9-47cc-be65-152bff4ab635" providerId="ADAL" clId="{33E94959-CDE2-43B6-9D83-0F64F62BF36D}" dt="2025-11-03T10:31:56.294" v="348" actId="478"/>
          <ac:spMkLst>
            <pc:docMk/>
            <pc:sldMk cId="3848023660" sldId="267"/>
            <ac:spMk id="21" creationId="{C76BB693-3E7A-CE55-29A3-487516A97636}"/>
          </ac:spMkLst>
        </pc:spChg>
        <pc:spChg chg="del">
          <ac:chgData name="DORS Sebastien" userId="c8a8ab7e-62a9-47cc-be65-152bff4ab635" providerId="ADAL" clId="{33E94959-CDE2-43B6-9D83-0F64F62BF36D}" dt="2025-11-03T10:31:56.294" v="348" actId="478"/>
          <ac:spMkLst>
            <pc:docMk/>
            <pc:sldMk cId="3848023660" sldId="267"/>
            <ac:spMk id="22" creationId="{EC3D0DBA-00A2-C235-5275-109B7F62AAF9}"/>
          </ac:spMkLst>
        </pc:spChg>
        <pc:spChg chg="mod">
          <ac:chgData name="DORS Sebastien" userId="c8a8ab7e-62a9-47cc-be65-152bff4ab635" providerId="ADAL" clId="{33E94959-CDE2-43B6-9D83-0F64F62BF36D}" dt="2025-11-03T10:31:31.211" v="341"/>
          <ac:spMkLst>
            <pc:docMk/>
            <pc:sldMk cId="3848023660" sldId="267"/>
            <ac:spMk id="23" creationId="{6CAE046E-E46B-94F0-B4A2-F28CF95B6BA0}"/>
          </ac:spMkLst>
        </pc:spChg>
        <pc:spChg chg="mod">
          <ac:chgData name="DORS Sebastien" userId="c8a8ab7e-62a9-47cc-be65-152bff4ab635" providerId="ADAL" clId="{33E94959-CDE2-43B6-9D83-0F64F62BF36D}" dt="2025-11-03T10:31:31.211" v="341"/>
          <ac:spMkLst>
            <pc:docMk/>
            <pc:sldMk cId="3848023660" sldId="267"/>
            <ac:spMk id="24" creationId="{EEEE8E60-69AD-C72D-5911-8CB832C453EC}"/>
          </ac:spMkLst>
        </pc:spChg>
        <pc:spChg chg="add del mod">
          <ac:chgData name="DORS Sebastien" userId="c8a8ab7e-62a9-47cc-be65-152bff4ab635" providerId="ADAL" clId="{33E94959-CDE2-43B6-9D83-0F64F62BF36D}" dt="2025-11-03T13:27:13.196" v="1407" actId="478"/>
          <ac:spMkLst>
            <pc:docMk/>
            <pc:sldMk cId="3848023660" sldId="267"/>
            <ac:spMk id="29" creationId="{DA84B096-3BF6-9D5E-378B-FF9227F24C7D}"/>
          </ac:spMkLst>
        </pc:spChg>
        <pc:spChg chg="mod">
          <ac:chgData name="DORS Sebastien" userId="c8a8ab7e-62a9-47cc-be65-152bff4ab635" providerId="ADAL" clId="{33E94959-CDE2-43B6-9D83-0F64F62BF36D}" dt="2025-11-03T10:31:31.211" v="341"/>
          <ac:spMkLst>
            <pc:docMk/>
            <pc:sldMk cId="3848023660" sldId="267"/>
            <ac:spMk id="31" creationId="{65C97C4F-246A-6285-9C9D-803BBCF4DD7A}"/>
          </ac:spMkLst>
        </pc:spChg>
        <pc:spChg chg="mod">
          <ac:chgData name="DORS Sebastien" userId="c8a8ab7e-62a9-47cc-be65-152bff4ab635" providerId="ADAL" clId="{33E94959-CDE2-43B6-9D83-0F64F62BF36D}" dt="2025-11-03T10:31:31.211" v="341"/>
          <ac:spMkLst>
            <pc:docMk/>
            <pc:sldMk cId="3848023660" sldId="267"/>
            <ac:spMk id="32" creationId="{07F93FB5-3D02-8735-EDEF-44BC35E6269A}"/>
          </ac:spMkLst>
        </pc:spChg>
        <pc:spChg chg="mod">
          <ac:chgData name="DORS Sebastien" userId="c8a8ab7e-62a9-47cc-be65-152bff4ab635" providerId="ADAL" clId="{33E94959-CDE2-43B6-9D83-0F64F62BF36D}" dt="2025-11-03T10:31:31.211" v="341"/>
          <ac:spMkLst>
            <pc:docMk/>
            <pc:sldMk cId="3848023660" sldId="267"/>
            <ac:spMk id="33" creationId="{617471E4-0154-020D-8B17-8C741A197D5A}"/>
          </ac:spMkLst>
        </pc:spChg>
        <pc:spChg chg="mod">
          <ac:chgData name="DORS Sebastien" userId="c8a8ab7e-62a9-47cc-be65-152bff4ab635" providerId="ADAL" clId="{33E94959-CDE2-43B6-9D83-0F64F62BF36D}" dt="2025-11-03T10:31:31.211" v="341"/>
          <ac:spMkLst>
            <pc:docMk/>
            <pc:sldMk cId="3848023660" sldId="267"/>
            <ac:spMk id="40" creationId="{159A040F-C303-E951-EF31-A2372D714310}"/>
          </ac:spMkLst>
        </pc:spChg>
        <pc:spChg chg="mod">
          <ac:chgData name="DORS Sebastien" userId="c8a8ab7e-62a9-47cc-be65-152bff4ab635" providerId="ADAL" clId="{33E94959-CDE2-43B6-9D83-0F64F62BF36D}" dt="2025-11-03T10:31:31.211" v="341"/>
          <ac:spMkLst>
            <pc:docMk/>
            <pc:sldMk cId="3848023660" sldId="267"/>
            <ac:spMk id="41" creationId="{D52167A5-58D7-68EC-69F0-EDC39C7C99CD}"/>
          </ac:spMkLst>
        </pc:spChg>
        <pc:spChg chg="mod">
          <ac:chgData name="DORS Sebastien" userId="c8a8ab7e-62a9-47cc-be65-152bff4ab635" providerId="ADAL" clId="{33E94959-CDE2-43B6-9D83-0F64F62BF36D}" dt="2025-11-03T10:31:31.211" v="341"/>
          <ac:spMkLst>
            <pc:docMk/>
            <pc:sldMk cId="3848023660" sldId="267"/>
            <ac:spMk id="42" creationId="{B242CBAC-851C-D9BE-D23B-3D3E4435DFCA}"/>
          </ac:spMkLst>
        </pc:spChg>
        <pc:spChg chg="del mod topLvl">
          <ac:chgData name="DORS Sebastien" userId="c8a8ab7e-62a9-47cc-be65-152bff4ab635" providerId="ADAL" clId="{33E94959-CDE2-43B6-9D83-0F64F62BF36D}" dt="2025-11-03T13:27:46.975" v="1416" actId="478"/>
          <ac:spMkLst>
            <pc:docMk/>
            <pc:sldMk cId="3848023660" sldId="267"/>
            <ac:spMk id="49" creationId="{59F53574-30A4-79FC-7CE3-9EDEAE024DDE}"/>
          </ac:spMkLst>
        </pc:spChg>
        <pc:spChg chg="del mod topLvl">
          <ac:chgData name="DORS Sebastien" userId="c8a8ab7e-62a9-47cc-be65-152bff4ab635" providerId="ADAL" clId="{33E94959-CDE2-43B6-9D83-0F64F62BF36D}" dt="2025-11-03T13:27:46.975" v="1416" actId="478"/>
          <ac:spMkLst>
            <pc:docMk/>
            <pc:sldMk cId="3848023660" sldId="267"/>
            <ac:spMk id="51" creationId="{1A582874-21AB-3556-9FB4-F43C1766B477}"/>
          </ac:spMkLst>
        </pc:spChg>
        <pc:spChg chg="add del mod">
          <ac:chgData name="DORS Sebastien" userId="c8a8ab7e-62a9-47cc-be65-152bff4ab635" providerId="ADAL" clId="{33E94959-CDE2-43B6-9D83-0F64F62BF36D}" dt="2025-11-03T13:27:46.975" v="1416" actId="478"/>
          <ac:spMkLst>
            <pc:docMk/>
            <pc:sldMk cId="3848023660" sldId="267"/>
            <ac:spMk id="52" creationId="{09A81D58-8462-DAC3-8B02-AFF49C12CD69}"/>
          </ac:spMkLst>
        </pc:spChg>
        <pc:spChg chg="del mod topLvl">
          <ac:chgData name="DORS Sebastien" userId="c8a8ab7e-62a9-47cc-be65-152bff4ab635" providerId="ADAL" clId="{33E94959-CDE2-43B6-9D83-0F64F62BF36D}" dt="2025-11-03T13:27:46.975" v="1416" actId="478"/>
          <ac:spMkLst>
            <pc:docMk/>
            <pc:sldMk cId="3848023660" sldId="267"/>
            <ac:spMk id="54" creationId="{E8CDE5D0-0ACF-F9B1-2B2D-A4646A75CFB3}"/>
          </ac:spMkLst>
        </pc:spChg>
        <pc:spChg chg="del mod topLvl">
          <ac:chgData name="DORS Sebastien" userId="c8a8ab7e-62a9-47cc-be65-152bff4ab635" providerId="ADAL" clId="{33E94959-CDE2-43B6-9D83-0F64F62BF36D}" dt="2025-11-03T13:27:46.975" v="1416" actId="478"/>
          <ac:spMkLst>
            <pc:docMk/>
            <pc:sldMk cId="3848023660" sldId="267"/>
            <ac:spMk id="55" creationId="{47D225E0-8B95-C4B0-13B3-AAB16761F5D6}"/>
          </ac:spMkLst>
        </pc:spChg>
        <pc:spChg chg="add del mod">
          <ac:chgData name="DORS Sebastien" userId="c8a8ab7e-62a9-47cc-be65-152bff4ab635" providerId="ADAL" clId="{33E94959-CDE2-43B6-9D83-0F64F62BF36D}" dt="2025-11-03T13:27:46.975" v="1416" actId="478"/>
          <ac:spMkLst>
            <pc:docMk/>
            <pc:sldMk cId="3848023660" sldId="267"/>
            <ac:spMk id="59" creationId="{6DB5DCCD-A2CA-8851-2F37-829DE36B2C40}"/>
          </ac:spMkLst>
        </pc:spChg>
        <pc:spChg chg="add mod">
          <ac:chgData name="DORS Sebastien" userId="c8a8ab7e-62a9-47cc-be65-152bff4ab635" providerId="ADAL" clId="{33E94959-CDE2-43B6-9D83-0F64F62BF36D}" dt="2025-11-03T10:37:08.679" v="414" actId="207"/>
          <ac:spMkLst>
            <pc:docMk/>
            <pc:sldMk cId="3848023660" sldId="267"/>
            <ac:spMk id="60" creationId="{52B831DB-140D-892B-6808-B6A2331EACB7}"/>
          </ac:spMkLst>
        </pc:spChg>
        <pc:spChg chg="del mod topLvl">
          <ac:chgData name="DORS Sebastien" userId="c8a8ab7e-62a9-47cc-be65-152bff4ab635" providerId="ADAL" clId="{33E94959-CDE2-43B6-9D83-0F64F62BF36D}" dt="2025-11-03T13:36:51.624" v="1487" actId="478"/>
          <ac:spMkLst>
            <pc:docMk/>
            <pc:sldMk cId="3848023660" sldId="267"/>
            <ac:spMk id="62" creationId="{E1E71A4A-39CC-3ABE-282A-37044AA25354}"/>
          </ac:spMkLst>
        </pc:spChg>
        <pc:spChg chg="mod">
          <ac:chgData name="DORS Sebastien" userId="c8a8ab7e-62a9-47cc-be65-152bff4ab635" providerId="ADAL" clId="{33E94959-CDE2-43B6-9D83-0F64F62BF36D}" dt="2025-11-03T13:27:13.485" v="1408"/>
          <ac:spMkLst>
            <pc:docMk/>
            <pc:sldMk cId="3848023660" sldId="267"/>
            <ac:spMk id="64" creationId="{5BA8517A-0153-CC2A-BA54-48E8E4A2C3E6}"/>
          </ac:spMkLst>
        </pc:spChg>
        <pc:spChg chg="mod">
          <ac:chgData name="DORS Sebastien" userId="c8a8ab7e-62a9-47cc-be65-152bff4ab635" providerId="ADAL" clId="{33E94959-CDE2-43B6-9D83-0F64F62BF36D}" dt="2025-11-03T13:27:13.485" v="1408"/>
          <ac:spMkLst>
            <pc:docMk/>
            <pc:sldMk cId="3848023660" sldId="267"/>
            <ac:spMk id="65" creationId="{0755D669-12DA-92A1-DD9F-3D8C0C3333C8}"/>
          </ac:spMkLst>
        </pc:spChg>
        <pc:spChg chg="mod">
          <ac:chgData name="DORS Sebastien" userId="c8a8ab7e-62a9-47cc-be65-152bff4ab635" providerId="ADAL" clId="{33E94959-CDE2-43B6-9D83-0F64F62BF36D}" dt="2025-11-03T13:27:13.485" v="1408"/>
          <ac:spMkLst>
            <pc:docMk/>
            <pc:sldMk cId="3848023660" sldId="267"/>
            <ac:spMk id="70" creationId="{868A20E0-B069-E34D-4861-B8025CAB51B5}"/>
          </ac:spMkLst>
        </pc:spChg>
        <pc:spChg chg="mod">
          <ac:chgData name="DORS Sebastien" userId="c8a8ab7e-62a9-47cc-be65-152bff4ab635" providerId="ADAL" clId="{33E94959-CDE2-43B6-9D83-0F64F62BF36D}" dt="2025-11-03T13:27:13.485" v="1408"/>
          <ac:spMkLst>
            <pc:docMk/>
            <pc:sldMk cId="3848023660" sldId="267"/>
            <ac:spMk id="72" creationId="{5F9669D3-1F2A-073D-58A7-E63C5AFDCF7D}"/>
          </ac:spMkLst>
        </pc:spChg>
        <pc:spChg chg="mod">
          <ac:chgData name="DORS Sebastien" userId="c8a8ab7e-62a9-47cc-be65-152bff4ab635" providerId="ADAL" clId="{33E94959-CDE2-43B6-9D83-0F64F62BF36D}" dt="2025-11-03T13:27:13.485" v="1408"/>
          <ac:spMkLst>
            <pc:docMk/>
            <pc:sldMk cId="3848023660" sldId="267"/>
            <ac:spMk id="73" creationId="{FA60452B-D100-B81C-2F8B-0BA6415CC5E7}"/>
          </ac:spMkLst>
        </pc:spChg>
        <pc:spChg chg="mod">
          <ac:chgData name="DORS Sebastien" userId="c8a8ab7e-62a9-47cc-be65-152bff4ab635" providerId="ADAL" clId="{33E94959-CDE2-43B6-9D83-0F64F62BF36D}" dt="2025-11-03T13:27:13.485" v="1408"/>
          <ac:spMkLst>
            <pc:docMk/>
            <pc:sldMk cId="3848023660" sldId="267"/>
            <ac:spMk id="74" creationId="{F9F2FD24-7CAE-ACB2-9C4B-A9C5A78A4B93}"/>
          </ac:spMkLst>
        </pc:spChg>
        <pc:spChg chg="mod">
          <ac:chgData name="DORS Sebastien" userId="c8a8ab7e-62a9-47cc-be65-152bff4ab635" providerId="ADAL" clId="{33E94959-CDE2-43B6-9D83-0F64F62BF36D}" dt="2025-11-03T13:27:13.485" v="1408"/>
          <ac:spMkLst>
            <pc:docMk/>
            <pc:sldMk cId="3848023660" sldId="267"/>
            <ac:spMk id="81" creationId="{21BF9199-5CDB-DDD2-C62B-7BDD03282498}"/>
          </ac:spMkLst>
        </pc:spChg>
        <pc:spChg chg="mod">
          <ac:chgData name="DORS Sebastien" userId="c8a8ab7e-62a9-47cc-be65-152bff4ab635" providerId="ADAL" clId="{33E94959-CDE2-43B6-9D83-0F64F62BF36D}" dt="2025-11-03T13:27:13.485" v="1408"/>
          <ac:spMkLst>
            <pc:docMk/>
            <pc:sldMk cId="3848023660" sldId="267"/>
            <ac:spMk id="82" creationId="{8278E586-1210-5F08-5CBA-9CD8C759CB87}"/>
          </ac:spMkLst>
        </pc:spChg>
        <pc:spChg chg="mod">
          <ac:chgData name="DORS Sebastien" userId="c8a8ab7e-62a9-47cc-be65-152bff4ab635" providerId="ADAL" clId="{33E94959-CDE2-43B6-9D83-0F64F62BF36D}" dt="2025-11-03T13:27:13.485" v="1408"/>
          <ac:spMkLst>
            <pc:docMk/>
            <pc:sldMk cId="3848023660" sldId="267"/>
            <ac:spMk id="83" creationId="{7AB42B80-2FEC-6D9F-E7A6-C4C979AE9B4C}"/>
          </ac:spMkLst>
        </pc:spChg>
        <pc:spChg chg="add mod">
          <ac:chgData name="DORS Sebastien" userId="c8a8ab7e-62a9-47cc-be65-152bff4ab635" providerId="ADAL" clId="{33E94959-CDE2-43B6-9D83-0F64F62BF36D}" dt="2025-11-03T13:27:44.915" v="1415" actId="1076"/>
          <ac:spMkLst>
            <pc:docMk/>
            <pc:sldMk cId="3848023660" sldId="267"/>
            <ac:spMk id="89" creationId="{A2421BA4-B2C1-715B-267A-78F7A9044905}"/>
          </ac:spMkLst>
        </pc:spChg>
        <pc:spChg chg="add mod">
          <ac:chgData name="DORS Sebastien" userId="c8a8ab7e-62a9-47cc-be65-152bff4ab635" providerId="ADAL" clId="{33E94959-CDE2-43B6-9D83-0F64F62BF36D}" dt="2025-11-03T13:27:44.915" v="1415" actId="1076"/>
          <ac:spMkLst>
            <pc:docMk/>
            <pc:sldMk cId="3848023660" sldId="267"/>
            <ac:spMk id="90" creationId="{1354058D-3470-D0AA-F078-0EB10FC7D983}"/>
          </ac:spMkLst>
        </pc:spChg>
        <pc:spChg chg="add mod">
          <ac:chgData name="DORS Sebastien" userId="c8a8ab7e-62a9-47cc-be65-152bff4ab635" providerId="ADAL" clId="{33E94959-CDE2-43B6-9D83-0F64F62BF36D}" dt="2025-11-03T13:27:44.915" v="1415" actId="1076"/>
          <ac:spMkLst>
            <pc:docMk/>
            <pc:sldMk cId="3848023660" sldId="267"/>
            <ac:spMk id="92" creationId="{87B0AFF3-AA46-E559-E47C-8BD7E2D839B8}"/>
          </ac:spMkLst>
        </pc:spChg>
        <pc:spChg chg="add mod">
          <ac:chgData name="DORS Sebastien" userId="c8a8ab7e-62a9-47cc-be65-152bff4ab635" providerId="ADAL" clId="{33E94959-CDE2-43B6-9D83-0F64F62BF36D}" dt="2025-11-03T13:27:44.915" v="1415" actId="1076"/>
          <ac:spMkLst>
            <pc:docMk/>
            <pc:sldMk cId="3848023660" sldId="267"/>
            <ac:spMk id="94" creationId="{4581850A-D2C9-0618-5994-8D2E93C95C8F}"/>
          </ac:spMkLst>
        </pc:spChg>
        <pc:spChg chg="add mod">
          <ac:chgData name="DORS Sebastien" userId="c8a8ab7e-62a9-47cc-be65-152bff4ab635" providerId="ADAL" clId="{33E94959-CDE2-43B6-9D83-0F64F62BF36D}" dt="2025-11-03T13:27:44.915" v="1415" actId="1076"/>
          <ac:spMkLst>
            <pc:docMk/>
            <pc:sldMk cId="3848023660" sldId="267"/>
            <ac:spMk id="95" creationId="{89D34D6B-BD4F-2B15-E56D-73AA2E84B3F9}"/>
          </ac:spMkLst>
        </pc:spChg>
        <pc:spChg chg="add mod">
          <ac:chgData name="DORS Sebastien" userId="c8a8ab7e-62a9-47cc-be65-152bff4ab635" providerId="ADAL" clId="{33E94959-CDE2-43B6-9D83-0F64F62BF36D}" dt="2025-11-03T13:27:44.915" v="1415" actId="1076"/>
          <ac:spMkLst>
            <pc:docMk/>
            <pc:sldMk cId="3848023660" sldId="267"/>
            <ac:spMk id="96" creationId="{AE5D4E3D-CF79-AE2A-6F93-51B5D589D58C}"/>
          </ac:spMkLst>
        </pc:spChg>
        <pc:spChg chg="add mod">
          <ac:chgData name="DORS Sebastien" userId="c8a8ab7e-62a9-47cc-be65-152bff4ab635" providerId="ADAL" clId="{33E94959-CDE2-43B6-9D83-0F64F62BF36D}" dt="2025-11-03T13:27:44.915" v="1415" actId="1076"/>
          <ac:spMkLst>
            <pc:docMk/>
            <pc:sldMk cId="3848023660" sldId="267"/>
            <ac:spMk id="100" creationId="{A1993A0B-0630-473C-519B-4D6B4E8683CF}"/>
          </ac:spMkLst>
        </pc:spChg>
        <pc:spChg chg="add mod">
          <ac:chgData name="DORS Sebastien" userId="c8a8ab7e-62a9-47cc-be65-152bff4ab635" providerId="ADAL" clId="{33E94959-CDE2-43B6-9D83-0F64F62BF36D}" dt="2025-11-03T13:27:44.915" v="1415" actId="1076"/>
          <ac:spMkLst>
            <pc:docMk/>
            <pc:sldMk cId="3848023660" sldId="267"/>
            <ac:spMk id="101" creationId="{D69B8FE7-BBF0-6854-1132-B0215ADF7103}"/>
          </ac:spMkLst>
        </pc:spChg>
        <pc:spChg chg="add del mod">
          <ac:chgData name="DORS Sebastien" userId="c8a8ab7e-62a9-47cc-be65-152bff4ab635" providerId="ADAL" clId="{33E94959-CDE2-43B6-9D83-0F64F62BF36D}" dt="2025-11-03T13:27:53.856" v="1419" actId="478"/>
          <ac:spMkLst>
            <pc:docMk/>
            <pc:sldMk cId="3848023660" sldId="267"/>
            <ac:spMk id="102" creationId="{67C89BA0-B4D5-5C95-8F00-5886F04B78AE}"/>
          </ac:spMkLst>
        </pc:spChg>
        <pc:spChg chg="add del mod">
          <ac:chgData name="DORS Sebastien" userId="c8a8ab7e-62a9-47cc-be65-152bff4ab635" providerId="ADAL" clId="{33E94959-CDE2-43B6-9D83-0F64F62BF36D}" dt="2025-11-03T13:27:53.856" v="1419" actId="478"/>
          <ac:spMkLst>
            <pc:docMk/>
            <pc:sldMk cId="3848023660" sldId="267"/>
            <ac:spMk id="103" creationId="{EB7A9077-DEAB-3955-BB95-6C30DE78C886}"/>
          </ac:spMkLst>
        </pc:spChg>
        <pc:spChg chg="add mod">
          <ac:chgData name="DORS Sebastien" userId="c8a8ab7e-62a9-47cc-be65-152bff4ab635" providerId="ADAL" clId="{33E94959-CDE2-43B6-9D83-0F64F62BF36D}" dt="2025-11-03T13:27:49.274" v="1418" actId="1076"/>
          <ac:spMkLst>
            <pc:docMk/>
            <pc:sldMk cId="3848023660" sldId="267"/>
            <ac:spMk id="105" creationId="{0B09D417-71F6-B814-FBB3-67F54B63F46E}"/>
          </ac:spMkLst>
        </pc:spChg>
        <pc:spChg chg="add mod">
          <ac:chgData name="DORS Sebastien" userId="c8a8ab7e-62a9-47cc-be65-152bff4ab635" providerId="ADAL" clId="{33E94959-CDE2-43B6-9D83-0F64F62BF36D}" dt="2025-11-03T13:27:49.274" v="1418" actId="1076"/>
          <ac:spMkLst>
            <pc:docMk/>
            <pc:sldMk cId="3848023660" sldId="267"/>
            <ac:spMk id="107" creationId="{022CA895-1045-9BC4-2353-4C8606DD7F21}"/>
          </ac:spMkLst>
        </pc:spChg>
        <pc:spChg chg="add mod">
          <ac:chgData name="DORS Sebastien" userId="c8a8ab7e-62a9-47cc-be65-152bff4ab635" providerId="ADAL" clId="{33E94959-CDE2-43B6-9D83-0F64F62BF36D}" dt="2025-11-03T13:27:49.274" v="1418" actId="1076"/>
          <ac:spMkLst>
            <pc:docMk/>
            <pc:sldMk cId="3848023660" sldId="267"/>
            <ac:spMk id="108" creationId="{153442E0-AB4B-87A9-2C2B-A0277895190B}"/>
          </ac:spMkLst>
        </pc:spChg>
        <pc:spChg chg="add mod">
          <ac:chgData name="DORS Sebastien" userId="c8a8ab7e-62a9-47cc-be65-152bff4ab635" providerId="ADAL" clId="{33E94959-CDE2-43B6-9D83-0F64F62BF36D}" dt="2025-11-03T13:27:49.274" v="1418" actId="1076"/>
          <ac:spMkLst>
            <pc:docMk/>
            <pc:sldMk cId="3848023660" sldId="267"/>
            <ac:spMk id="109" creationId="{3742FB8F-5648-A994-E034-5BF522876FE2}"/>
          </ac:spMkLst>
        </pc:spChg>
        <pc:spChg chg="add mod">
          <ac:chgData name="DORS Sebastien" userId="c8a8ab7e-62a9-47cc-be65-152bff4ab635" providerId="ADAL" clId="{33E94959-CDE2-43B6-9D83-0F64F62BF36D}" dt="2025-11-03T13:37:27.315" v="1488" actId="1076"/>
          <ac:spMkLst>
            <pc:docMk/>
            <pc:sldMk cId="3848023660" sldId="267"/>
            <ac:spMk id="113" creationId="{7BC5725D-5C15-36C6-3404-2F5509AF713F}"/>
          </ac:spMkLst>
        </pc:spChg>
        <pc:spChg chg="add mod">
          <ac:chgData name="DORS Sebastien" userId="c8a8ab7e-62a9-47cc-be65-152bff4ab635" providerId="ADAL" clId="{33E94959-CDE2-43B6-9D83-0F64F62BF36D}" dt="2025-11-03T13:37:29.737" v="1489" actId="1076"/>
          <ac:spMkLst>
            <pc:docMk/>
            <pc:sldMk cId="3848023660" sldId="267"/>
            <ac:spMk id="114" creationId="{F94C88BF-3681-44EB-55C3-8A419AB0BA42}"/>
          </ac:spMkLst>
        </pc:spChg>
        <pc:grpChg chg="add del mod">
          <ac:chgData name="DORS Sebastien" userId="c8a8ab7e-62a9-47cc-be65-152bff4ab635" providerId="ADAL" clId="{33E94959-CDE2-43B6-9D83-0F64F62BF36D}" dt="2025-11-03T10:34:04.969" v="381" actId="165"/>
          <ac:grpSpMkLst>
            <pc:docMk/>
            <pc:sldMk cId="3848023660" sldId="267"/>
            <ac:grpSpMk id="9" creationId="{971ED68C-C752-DD7E-0448-21E2682FF1BF}"/>
          </ac:grpSpMkLst>
        </pc:grpChg>
        <pc:grpChg chg="add del mod">
          <ac:chgData name="DORS Sebastien" userId="c8a8ab7e-62a9-47cc-be65-152bff4ab635" providerId="ADAL" clId="{33E94959-CDE2-43B6-9D83-0F64F62BF36D}" dt="2025-11-03T10:31:56.294" v="348" actId="478"/>
          <ac:grpSpMkLst>
            <pc:docMk/>
            <pc:sldMk cId="3848023660" sldId="267"/>
            <ac:grpSpMk id="10" creationId="{F554E7AE-315A-6329-1518-8C4E6A39C640}"/>
          </ac:grpSpMkLst>
        </pc:grpChg>
        <pc:grpChg chg="add del mod">
          <ac:chgData name="DORS Sebastien" userId="c8a8ab7e-62a9-47cc-be65-152bff4ab635" providerId="ADAL" clId="{33E94959-CDE2-43B6-9D83-0F64F62BF36D}" dt="2025-11-03T10:31:56.294" v="348" actId="478"/>
          <ac:grpSpMkLst>
            <pc:docMk/>
            <pc:sldMk cId="3848023660" sldId="267"/>
            <ac:grpSpMk id="12" creationId="{92B1C92B-FF7E-839F-DD1A-0066D45C13B1}"/>
          </ac:grpSpMkLst>
        </pc:grpChg>
        <pc:grpChg chg="del mod">
          <ac:chgData name="DORS Sebastien" userId="c8a8ab7e-62a9-47cc-be65-152bff4ab635" providerId="ADAL" clId="{33E94959-CDE2-43B6-9D83-0F64F62BF36D}" dt="2025-11-03T13:27:13.196" v="1407" actId="478"/>
          <ac:grpSpMkLst>
            <pc:docMk/>
            <pc:sldMk cId="3848023660" sldId="267"/>
            <ac:grpSpMk id="14" creationId="{17AF112F-9602-2553-C1C1-1F19463B8726}"/>
          </ac:grpSpMkLst>
        </pc:grpChg>
        <pc:grpChg chg="del mod">
          <ac:chgData name="DORS Sebastien" userId="c8a8ab7e-62a9-47cc-be65-152bff4ab635" providerId="ADAL" clId="{33E94959-CDE2-43B6-9D83-0F64F62BF36D}" dt="2025-11-03T13:27:13.196" v="1407" actId="478"/>
          <ac:grpSpMkLst>
            <pc:docMk/>
            <pc:sldMk cId="3848023660" sldId="267"/>
            <ac:grpSpMk id="30" creationId="{B3BADD5A-F6F4-2E14-079C-19E88F06591B}"/>
          </ac:grpSpMkLst>
        </pc:grpChg>
        <pc:grpChg chg="del mod">
          <ac:chgData name="DORS Sebastien" userId="c8a8ab7e-62a9-47cc-be65-152bff4ab635" providerId="ADAL" clId="{33E94959-CDE2-43B6-9D83-0F64F62BF36D}" dt="2025-11-03T13:27:13.196" v="1407" actId="478"/>
          <ac:grpSpMkLst>
            <pc:docMk/>
            <pc:sldMk cId="3848023660" sldId="267"/>
            <ac:grpSpMk id="39" creationId="{4916D939-1BA0-2CCF-B545-6DC4E96C4A6B}"/>
          </ac:grpSpMkLst>
        </pc:grpChg>
        <pc:grpChg chg="add del mod">
          <ac:chgData name="DORS Sebastien" userId="c8a8ab7e-62a9-47cc-be65-152bff4ab635" providerId="ADAL" clId="{33E94959-CDE2-43B6-9D83-0F64F62BF36D}" dt="2025-11-03T10:35:01.066" v="391" actId="165"/>
          <ac:grpSpMkLst>
            <pc:docMk/>
            <pc:sldMk cId="3848023660" sldId="267"/>
            <ac:grpSpMk id="48" creationId="{65E2D8B3-9565-BA22-98BF-947AF288703F}"/>
          </ac:grpSpMkLst>
        </pc:grpChg>
        <pc:grpChg chg="add del mod">
          <ac:chgData name="DORS Sebastien" userId="c8a8ab7e-62a9-47cc-be65-152bff4ab635" providerId="ADAL" clId="{33E94959-CDE2-43B6-9D83-0F64F62BF36D}" dt="2025-11-03T10:35:01.066" v="391" actId="165"/>
          <ac:grpSpMkLst>
            <pc:docMk/>
            <pc:sldMk cId="3848023660" sldId="267"/>
            <ac:grpSpMk id="53" creationId="{3F07B716-49F7-BF54-3B35-0A5C41136BCB}"/>
          </ac:grpSpMkLst>
        </pc:grpChg>
        <pc:grpChg chg="del mod ord">
          <ac:chgData name="DORS Sebastien" userId="c8a8ab7e-62a9-47cc-be65-152bff4ab635" providerId="ADAL" clId="{33E94959-CDE2-43B6-9D83-0F64F62BF36D}" dt="2025-11-03T13:36:51.624" v="1487" actId="478"/>
          <ac:grpSpMkLst>
            <pc:docMk/>
            <pc:sldMk cId="3848023660" sldId="267"/>
            <ac:grpSpMk id="61" creationId="{950CCBCF-10E0-E0C4-1E85-C6C411B56D31}"/>
          </ac:grpSpMkLst>
        </pc:grpChg>
        <pc:grpChg chg="topLvl">
          <ac:chgData name="DORS Sebastien" userId="c8a8ab7e-62a9-47cc-be65-152bff4ab635" providerId="ADAL" clId="{33E94959-CDE2-43B6-9D83-0F64F62BF36D}" dt="2025-11-03T13:36:51.624" v="1487" actId="478"/>
          <ac:grpSpMkLst>
            <pc:docMk/>
            <pc:sldMk cId="3848023660" sldId="267"/>
            <ac:grpSpMk id="63" creationId="{CC6AA87D-A5DA-A195-F695-198454C8D042}"/>
          </ac:grpSpMkLst>
        </pc:grpChg>
        <pc:grpChg chg="mod">
          <ac:chgData name="DORS Sebastien" userId="c8a8ab7e-62a9-47cc-be65-152bff4ab635" providerId="ADAL" clId="{33E94959-CDE2-43B6-9D83-0F64F62BF36D}" dt="2025-11-03T13:27:22.121" v="1412" actId="1076"/>
          <ac:grpSpMkLst>
            <pc:docMk/>
            <pc:sldMk cId="3848023660" sldId="267"/>
            <ac:grpSpMk id="71" creationId="{1ACEDBF0-B769-85AD-4F06-657E7D7A6E90}"/>
          </ac:grpSpMkLst>
        </pc:grpChg>
        <pc:grpChg chg="mod">
          <ac:chgData name="DORS Sebastien" userId="c8a8ab7e-62a9-47cc-be65-152bff4ab635" providerId="ADAL" clId="{33E94959-CDE2-43B6-9D83-0F64F62BF36D}" dt="2025-11-03T13:27:15.837" v="1409" actId="1076"/>
          <ac:grpSpMkLst>
            <pc:docMk/>
            <pc:sldMk cId="3848023660" sldId="267"/>
            <ac:grpSpMk id="80" creationId="{F08163BC-011C-CB02-8A6A-7B0E9961DEC6}"/>
          </ac:grpSpMkLst>
        </pc:grpChg>
        <pc:picChg chg="mod topLvl">
          <ac:chgData name="DORS Sebastien" userId="c8a8ab7e-62a9-47cc-be65-152bff4ab635" providerId="ADAL" clId="{33E94959-CDE2-43B6-9D83-0F64F62BF36D}" dt="2025-11-03T10:34:04.969" v="381" actId="165"/>
          <ac:picMkLst>
            <pc:docMk/>
            <pc:sldMk cId="3848023660" sldId="267"/>
            <ac:picMk id="11" creationId="{AFF74F76-B5C1-57BB-D81A-02FB2F590014}"/>
          </ac:picMkLst>
        </pc:picChg>
        <pc:picChg chg="mod">
          <ac:chgData name="DORS Sebastien" userId="c8a8ab7e-62a9-47cc-be65-152bff4ab635" providerId="ADAL" clId="{33E94959-CDE2-43B6-9D83-0F64F62BF36D}" dt="2025-11-03T10:30:54.422" v="333" actId="164"/>
          <ac:picMkLst>
            <pc:docMk/>
            <pc:sldMk cId="3848023660" sldId="267"/>
            <ac:picMk id="13" creationId="{AFD9F7A6-D815-CA90-7E59-07F8BEEBDE2F}"/>
          </ac:picMkLst>
        </pc:picChg>
        <pc:picChg chg="mod">
          <ac:chgData name="DORS Sebastien" userId="c8a8ab7e-62a9-47cc-be65-152bff4ab635" providerId="ADAL" clId="{33E94959-CDE2-43B6-9D83-0F64F62BF36D}" dt="2025-11-03T10:30:57.770" v="334" actId="164"/>
          <ac:picMkLst>
            <pc:docMk/>
            <pc:sldMk cId="3848023660" sldId="267"/>
            <ac:picMk id="18" creationId="{44F2978D-A22B-7CC7-55E7-D28A89CF1A09}"/>
          </ac:picMkLst>
        </pc:picChg>
        <pc:picChg chg="mod">
          <ac:chgData name="DORS Sebastien" userId="c8a8ab7e-62a9-47cc-be65-152bff4ab635" providerId="ADAL" clId="{33E94959-CDE2-43B6-9D83-0F64F62BF36D}" dt="2025-11-03T10:30:57.770" v="334" actId="164"/>
          <ac:picMkLst>
            <pc:docMk/>
            <pc:sldMk cId="3848023660" sldId="267"/>
            <ac:picMk id="19" creationId="{1BC6753D-313B-3493-3ACF-421F0BAC02A6}"/>
          </ac:picMkLst>
        </pc:picChg>
        <pc:picChg chg="mod">
          <ac:chgData name="DORS Sebastien" userId="c8a8ab7e-62a9-47cc-be65-152bff4ab635" providerId="ADAL" clId="{33E94959-CDE2-43B6-9D83-0F64F62BF36D}" dt="2025-11-03T10:30:57.770" v="334" actId="164"/>
          <ac:picMkLst>
            <pc:docMk/>
            <pc:sldMk cId="3848023660" sldId="267"/>
            <ac:picMk id="20" creationId="{39031055-A908-B009-DB8A-66E4E02FFFCD}"/>
          </ac:picMkLst>
        </pc:picChg>
        <pc:picChg chg="del mod topLvl">
          <ac:chgData name="DORS Sebastien" userId="c8a8ab7e-62a9-47cc-be65-152bff4ab635" providerId="ADAL" clId="{33E94959-CDE2-43B6-9D83-0F64F62BF36D}" dt="2025-11-03T13:27:46.975" v="1416" actId="478"/>
          <ac:picMkLst>
            <pc:docMk/>
            <pc:sldMk cId="3848023660" sldId="267"/>
            <ac:picMk id="50" creationId="{BF218C3C-4ED7-A251-5039-0E0B9938CD95}"/>
          </ac:picMkLst>
        </pc:picChg>
        <pc:picChg chg="del mod topLvl">
          <ac:chgData name="DORS Sebastien" userId="c8a8ab7e-62a9-47cc-be65-152bff4ab635" providerId="ADAL" clId="{33E94959-CDE2-43B6-9D83-0F64F62BF36D}" dt="2025-11-03T13:27:46.975" v="1416" actId="478"/>
          <ac:picMkLst>
            <pc:docMk/>
            <pc:sldMk cId="3848023660" sldId="267"/>
            <ac:picMk id="56" creationId="{0C972711-A61A-A50F-D2B0-A95273484354}"/>
          </ac:picMkLst>
        </pc:picChg>
        <pc:picChg chg="del mod topLvl">
          <ac:chgData name="DORS Sebastien" userId="c8a8ab7e-62a9-47cc-be65-152bff4ab635" providerId="ADAL" clId="{33E94959-CDE2-43B6-9D83-0F64F62BF36D}" dt="2025-11-03T13:27:46.975" v="1416" actId="478"/>
          <ac:picMkLst>
            <pc:docMk/>
            <pc:sldMk cId="3848023660" sldId="267"/>
            <ac:picMk id="57" creationId="{0E9441FC-8B49-0D82-224C-5195B18D3F84}"/>
          </ac:picMkLst>
        </pc:picChg>
        <pc:picChg chg="del mod topLvl">
          <ac:chgData name="DORS Sebastien" userId="c8a8ab7e-62a9-47cc-be65-152bff4ab635" providerId="ADAL" clId="{33E94959-CDE2-43B6-9D83-0F64F62BF36D}" dt="2025-11-03T13:27:46.975" v="1416" actId="478"/>
          <ac:picMkLst>
            <pc:docMk/>
            <pc:sldMk cId="3848023660" sldId="267"/>
            <ac:picMk id="58" creationId="{93601C03-53A0-D0A2-C65B-F35918EC4C58}"/>
          </ac:picMkLst>
        </pc:picChg>
        <pc:picChg chg="mod">
          <ac:chgData name="DORS Sebastien" userId="c8a8ab7e-62a9-47cc-be65-152bff4ab635" providerId="ADAL" clId="{33E94959-CDE2-43B6-9D83-0F64F62BF36D}" dt="2025-11-03T13:34:13.015" v="1463" actId="207"/>
          <ac:picMkLst>
            <pc:docMk/>
            <pc:sldMk cId="3848023660" sldId="267"/>
            <ac:picMk id="67" creationId="{1510A453-F4C0-A677-B1C1-2CD69673576E}"/>
          </ac:picMkLst>
        </pc:picChg>
        <pc:picChg chg="mod">
          <ac:chgData name="DORS Sebastien" userId="c8a8ab7e-62a9-47cc-be65-152bff4ab635" providerId="ADAL" clId="{33E94959-CDE2-43B6-9D83-0F64F62BF36D}" dt="2025-11-03T13:34:13.015" v="1463" actId="207"/>
          <ac:picMkLst>
            <pc:docMk/>
            <pc:sldMk cId="3848023660" sldId="267"/>
            <ac:picMk id="68" creationId="{B66D6115-6C8C-64F1-6EBB-9106135E4C6A}"/>
          </ac:picMkLst>
        </pc:picChg>
        <pc:picChg chg="mod">
          <ac:chgData name="DORS Sebastien" userId="c8a8ab7e-62a9-47cc-be65-152bff4ab635" providerId="ADAL" clId="{33E94959-CDE2-43B6-9D83-0F64F62BF36D}" dt="2025-11-03T13:33:09.923" v="1457" actId="207"/>
          <ac:picMkLst>
            <pc:docMk/>
            <pc:sldMk cId="3848023660" sldId="267"/>
            <ac:picMk id="75" creationId="{93550BA5-2B72-9EFA-D8B4-E1602B5317CD}"/>
          </ac:picMkLst>
        </pc:picChg>
        <pc:picChg chg="mod">
          <ac:chgData name="DORS Sebastien" userId="c8a8ab7e-62a9-47cc-be65-152bff4ab635" providerId="ADAL" clId="{33E94959-CDE2-43B6-9D83-0F64F62BF36D}" dt="2025-11-03T13:33:09.923" v="1457" actId="207"/>
          <ac:picMkLst>
            <pc:docMk/>
            <pc:sldMk cId="3848023660" sldId="267"/>
            <ac:picMk id="76" creationId="{21DC5055-5B1C-766A-0DD9-FAB33977FF34}"/>
          </ac:picMkLst>
        </pc:picChg>
        <pc:picChg chg="mod">
          <ac:chgData name="DORS Sebastien" userId="c8a8ab7e-62a9-47cc-be65-152bff4ab635" providerId="ADAL" clId="{33E94959-CDE2-43B6-9D83-0F64F62BF36D}" dt="2025-11-03T13:33:09.923" v="1457" actId="207"/>
          <ac:picMkLst>
            <pc:docMk/>
            <pc:sldMk cId="3848023660" sldId="267"/>
            <ac:picMk id="77" creationId="{9A6C610D-BF1C-E239-FF50-8A808B5FDC9F}"/>
          </ac:picMkLst>
        </pc:picChg>
        <pc:picChg chg="mod">
          <ac:chgData name="DORS Sebastien" userId="c8a8ab7e-62a9-47cc-be65-152bff4ab635" providerId="ADAL" clId="{33E94959-CDE2-43B6-9D83-0F64F62BF36D}" dt="2025-11-03T13:33:02.595" v="1456" actId="207"/>
          <ac:picMkLst>
            <pc:docMk/>
            <pc:sldMk cId="3848023660" sldId="267"/>
            <ac:picMk id="84" creationId="{132189A4-E6A9-5019-D5A6-D3BA76769F38}"/>
          </ac:picMkLst>
        </pc:picChg>
        <pc:picChg chg="mod">
          <ac:chgData name="DORS Sebastien" userId="c8a8ab7e-62a9-47cc-be65-152bff4ab635" providerId="ADAL" clId="{33E94959-CDE2-43B6-9D83-0F64F62BF36D}" dt="2025-11-03T13:33:02.595" v="1456" actId="207"/>
          <ac:picMkLst>
            <pc:docMk/>
            <pc:sldMk cId="3848023660" sldId="267"/>
            <ac:picMk id="85" creationId="{0CB59724-EF63-AAB0-FB34-373F7C5ED256}"/>
          </ac:picMkLst>
        </pc:picChg>
        <pc:picChg chg="mod">
          <ac:chgData name="DORS Sebastien" userId="c8a8ab7e-62a9-47cc-be65-152bff4ab635" providerId="ADAL" clId="{33E94959-CDE2-43B6-9D83-0F64F62BF36D}" dt="2025-11-03T13:33:02.595" v="1456" actId="207"/>
          <ac:picMkLst>
            <pc:docMk/>
            <pc:sldMk cId="3848023660" sldId="267"/>
            <ac:picMk id="86" creationId="{2317AB99-A25D-EFF4-A8C5-E73270C1D9B9}"/>
          </ac:picMkLst>
        </pc:picChg>
        <pc:picChg chg="add mod">
          <ac:chgData name="DORS Sebastien" userId="c8a8ab7e-62a9-47cc-be65-152bff4ab635" providerId="ADAL" clId="{33E94959-CDE2-43B6-9D83-0F64F62BF36D}" dt="2025-11-03T13:27:44.915" v="1415" actId="1076"/>
          <ac:picMkLst>
            <pc:docMk/>
            <pc:sldMk cId="3848023660" sldId="267"/>
            <ac:picMk id="91" creationId="{E1845DE4-B8A7-2F75-DF28-B43317F3152C}"/>
          </ac:picMkLst>
        </pc:picChg>
        <pc:picChg chg="add mod">
          <ac:chgData name="DORS Sebastien" userId="c8a8ab7e-62a9-47cc-be65-152bff4ab635" providerId="ADAL" clId="{33E94959-CDE2-43B6-9D83-0F64F62BF36D}" dt="2025-11-03T13:27:44.915" v="1415" actId="1076"/>
          <ac:picMkLst>
            <pc:docMk/>
            <pc:sldMk cId="3848023660" sldId="267"/>
            <ac:picMk id="97" creationId="{8DB8DAF0-C72F-D859-E836-A1EE0D9BCE45}"/>
          </ac:picMkLst>
        </pc:picChg>
        <pc:picChg chg="del">
          <ac:chgData name="DORS Sebastien" userId="c8a8ab7e-62a9-47cc-be65-152bff4ab635" providerId="ADAL" clId="{33E94959-CDE2-43B6-9D83-0F64F62BF36D}" dt="2025-11-03T13:27:53.856" v="1419" actId="478"/>
          <ac:picMkLst>
            <pc:docMk/>
            <pc:sldMk cId="3848023660" sldId="267"/>
            <ac:picMk id="104" creationId="{C6E7150D-4B4B-032B-2839-9C847AB0A544}"/>
          </ac:picMkLst>
        </pc:picChg>
        <pc:picChg chg="add mod">
          <ac:chgData name="DORS Sebastien" userId="c8a8ab7e-62a9-47cc-be65-152bff4ab635" providerId="ADAL" clId="{33E94959-CDE2-43B6-9D83-0F64F62BF36D}" dt="2025-11-03T13:27:49.274" v="1418" actId="1076"/>
          <ac:picMkLst>
            <pc:docMk/>
            <pc:sldMk cId="3848023660" sldId="267"/>
            <ac:picMk id="106" creationId="{FA0DF106-85A1-4AE0-67D6-087545642ED9}"/>
          </ac:picMkLst>
        </pc:picChg>
        <pc:picChg chg="add mod">
          <ac:chgData name="DORS Sebastien" userId="c8a8ab7e-62a9-47cc-be65-152bff4ab635" providerId="ADAL" clId="{33E94959-CDE2-43B6-9D83-0F64F62BF36D}" dt="2025-11-03T13:27:49.274" v="1418" actId="1076"/>
          <ac:picMkLst>
            <pc:docMk/>
            <pc:sldMk cId="3848023660" sldId="267"/>
            <ac:picMk id="111" creationId="{2776CD53-F63E-2D7E-41DF-D4A8F798B744}"/>
          </ac:picMkLst>
        </pc:picChg>
      </pc:sldChg>
      <pc:sldChg chg="addSp delSp modSp mod modTransition delAnim modAnim">
        <pc:chgData name="DORS Sebastien" userId="c8a8ab7e-62a9-47cc-be65-152bff4ab635" providerId="ADAL" clId="{33E94959-CDE2-43B6-9D83-0F64F62BF36D}" dt="2025-11-03T13:29:41.929" v="1433"/>
        <pc:sldMkLst>
          <pc:docMk/>
          <pc:sldMk cId="3014562135" sldId="268"/>
        </pc:sldMkLst>
        <pc:spChg chg="mod">
          <ac:chgData name="DORS Sebastien" userId="c8a8ab7e-62a9-47cc-be65-152bff4ab635" providerId="ADAL" clId="{33E94959-CDE2-43B6-9D83-0F64F62BF36D}" dt="2025-11-03T12:48:58.638" v="423" actId="164"/>
          <ac:spMkLst>
            <pc:docMk/>
            <pc:sldMk cId="3014562135" sldId="268"/>
            <ac:spMk id="15" creationId="{D8368920-9A19-4AE0-9118-5A913D497FA7}"/>
          </ac:spMkLst>
        </pc:spChg>
        <pc:spChg chg="mod">
          <ac:chgData name="DORS Sebastien" userId="c8a8ab7e-62a9-47cc-be65-152bff4ab635" providerId="ADAL" clId="{33E94959-CDE2-43B6-9D83-0F64F62BF36D}" dt="2025-11-03T12:49:12.576" v="425" actId="164"/>
          <ac:spMkLst>
            <pc:docMk/>
            <pc:sldMk cId="3014562135" sldId="268"/>
            <ac:spMk id="21" creationId="{55485C64-2578-F1E0-D910-7FA5B94ACEC3}"/>
          </ac:spMkLst>
        </pc:spChg>
        <pc:spChg chg="mod">
          <ac:chgData name="DORS Sebastien" userId="c8a8ab7e-62a9-47cc-be65-152bff4ab635" providerId="ADAL" clId="{33E94959-CDE2-43B6-9D83-0F64F62BF36D}" dt="2025-11-03T12:49:06.200" v="424" actId="164"/>
          <ac:spMkLst>
            <pc:docMk/>
            <pc:sldMk cId="3014562135" sldId="268"/>
            <ac:spMk id="22" creationId="{EFD355C0-A1EA-C4A5-9C7D-9ABCDA4C4015}"/>
          </ac:spMkLst>
        </pc:spChg>
        <pc:spChg chg="mod">
          <ac:chgData name="DORS Sebastien" userId="c8a8ab7e-62a9-47cc-be65-152bff4ab635" providerId="ADAL" clId="{33E94959-CDE2-43B6-9D83-0F64F62BF36D}" dt="2025-11-03T12:49:12.576" v="425" actId="164"/>
          <ac:spMkLst>
            <pc:docMk/>
            <pc:sldMk cId="3014562135" sldId="268"/>
            <ac:spMk id="23" creationId="{CFB88580-FCF6-E85D-0DE8-B205BE3E736C}"/>
          </ac:spMkLst>
        </pc:spChg>
        <pc:spChg chg="mod">
          <ac:chgData name="DORS Sebastien" userId="c8a8ab7e-62a9-47cc-be65-152bff4ab635" providerId="ADAL" clId="{33E94959-CDE2-43B6-9D83-0F64F62BF36D}" dt="2025-11-03T12:49:21.492" v="426" actId="164"/>
          <ac:spMkLst>
            <pc:docMk/>
            <pc:sldMk cId="3014562135" sldId="268"/>
            <ac:spMk id="24" creationId="{33325AC8-A523-1064-3D71-D9F158659ED9}"/>
          </ac:spMkLst>
        </pc:spChg>
        <pc:spChg chg="mod">
          <ac:chgData name="DORS Sebastien" userId="c8a8ab7e-62a9-47cc-be65-152bff4ab635" providerId="ADAL" clId="{33E94959-CDE2-43B6-9D83-0F64F62BF36D}" dt="2025-11-03T12:49:26.802" v="427" actId="164"/>
          <ac:spMkLst>
            <pc:docMk/>
            <pc:sldMk cId="3014562135" sldId="268"/>
            <ac:spMk id="25" creationId="{1232E31B-1D2B-1418-F40E-256461F4B517}"/>
          </ac:spMkLst>
        </pc:spChg>
        <pc:spChg chg="mod">
          <ac:chgData name="DORS Sebastien" userId="c8a8ab7e-62a9-47cc-be65-152bff4ab635" providerId="ADAL" clId="{33E94959-CDE2-43B6-9D83-0F64F62BF36D}" dt="2025-11-03T12:49:21.492" v="426" actId="164"/>
          <ac:spMkLst>
            <pc:docMk/>
            <pc:sldMk cId="3014562135" sldId="268"/>
            <ac:spMk id="28" creationId="{D4239AE4-D1F6-0F16-53C4-7AEDD643A1CD}"/>
          </ac:spMkLst>
        </pc:spChg>
        <pc:spChg chg="add del">
          <ac:chgData name="DORS Sebastien" userId="c8a8ab7e-62a9-47cc-be65-152bff4ab635" providerId="ADAL" clId="{33E94959-CDE2-43B6-9D83-0F64F62BF36D}" dt="2025-11-03T13:06:09.592" v="565" actId="478"/>
          <ac:spMkLst>
            <pc:docMk/>
            <pc:sldMk cId="3014562135" sldId="268"/>
            <ac:spMk id="31" creationId="{E6908E53-62B6-D2F0-9DB9-5FEB41383F30}"/>
          </ac:spMkLst>
        </pc:spChg>
        <pc:spChg chg="mod">
          <ac:chgData name="DORS Sebastien" userId="c8a8ab7e-62a9-47cc-be65-152bff4ab635" providerId="ADAL" clId="{33E94959-CDE2-43B6-9D83-0F64F62BF36D}" dt="2025-11-03T12:49:26.802" v="427" actId="164"/>
          <ac:spMkLst>
            <pc:docMk/>
            <pc:sldMk cId="3014562135" sldId="268"/>
            <ac:spMk id="33" creationId="{047B21AB-996F-011D-C26F-E4C9889F4983}"/>
          </ac:spMkLst>
        </pc:spChg>
        <pc:grpChg chg="add mod">
          <ac:chgData name="DORS Sebastien" userId="c8a8ab7e-62a9-47cc-be65-152bff4ab635" providerId="ADAL" clId="{33E94959-CDE2-43B6-9D83-0F64F62BF36D}" dt="2025-11-03T12:53:17.546" v="444" actId="14861"/>
          <ac:grpSpMkLst>
            <pc:docMk/>
            <pc:sldMk cId="3014562135" sldId="268"/>
            <ac:grpSpMk id="6" creationId="{BC5B1645-9AEE-2496-A6CC-95755F838111}"/>
          </ac:grpSpMkLst>
        </pc:grpChg>
        <pc:grpChg chg="add mod">
          <ac:chgData name="DORS Sebastien" userId="c8a8ab7e-62a9-47cc-be65-152bff4ab635" providerId="ADAL" clId="{33E94959-CDE2-43B6-9D83-0F64F62BF36D}" dt="2025-11-03T12:53:17.546" v="444" actId="14861"/>
          <ac:grpSpMkLst>
            <pc:docMk/>
            <pc:sldMk cId="3014562135" sldId="268"/>
            <ac:grpSpMk id="17" creationId="{44A8F60F-62E8-FC31-216C-234C4FDEE6CC}"/>
          </ac:grpSpMkLst>
        </pc:grpChg>
        <pc:grpChg chg="add mod">
          <ac:chgData name="DORS Sebastien" userId="c8a8ab7e-62a9-47cc-be65-152bff4ab635" providerId="ADAL" clId="{33E94959-CDE2-43B6-9D83-0F64F62BF36D}" dt="2025-11-03T12:53:17.546" v="444" actId="14861"/>
          <ac:grpSpMkLst>
            <pc:docMk/>
            <pc:sldMk cId="3014562135" sldId="268"/>
            <ac:grpSpMk id="26" creationId="{C720161E-80AC-3B76-AC6F-502699617AD2}"/>
          </ac:grpSpMkLst>
        </pc:grpChg>
        <pc:grpChg chg="add mod">
          <ac:chgData name="DORS Sebastien" userId="c8a8ab7e-62a9-47cc-be65-152bff4ab635" providerId="ADAL" clId="{33E94959-CDE2-43B6-9D83-0F64F62BF36D}" dt="2025-11-03T12:53:17.546" v="444" actId="14861"/>
          <ac:grpSpMkLst>
            <pc:docMk/>
            <pc:sldMk cId="3014562135" sldId="268"/>
            <ac:grpSpMk id="29" creationId="{DE32AD84-CC93-9680-95A6-441BF236961A}"/>
          </ac:grpSpMkLst>
        </pc:grpChg>
        <pc:grpChg chg="add mod">
          <ac:chgData name="DORS Sebastien" userId="c8a8ab7e-62a9-47cc-be65-152bff4ab635" providerId="ADAL" clId="{33E94959-CDE2-43B6-9D83-0F64F62BF36D}" dt="2025-11-03T12:53:17.546" v="444" actId="14861"/>
          <ac:grpSpMkLst>
            <pc:docMk/>
            <pc:sldMk cId="3014562135" sldId="268"/>
            <ac:grpSpMk id="30" creationId="{C5477C20-56FD-C909-5DBB-07A1BDDE85C3}"/>
          </ac:grpSpMkLst>
        </pc:grpChg>
        <pc:grpChg chg="mod">
          <ac:chgData name="DORS Sebastien" userId="c8a8ab7e-62a9-47cc-be65-152bff4ab635" providerId="ADAL" clId="{33E94959-CDE2-43B6-9D83-0F64F62BF36D}" dt="2025-11-03T12:48:58.638" v="423" actId="164"/>
          <ac:grpSpMkLst>
            <pc:docMk/>
            <pc:sldMk cId="3014562135" sldId="268"/>
            <ac:grpSpMk id="34" creationId="{EF48ADAF-1C94-FCD2-F35C-ADBD21D98598}"/>
          </ac:grpSpMkLst>
        </pc:grpChg>
        <pc:grpChg chg="mod">
          <ac:chgData name="DORS Sebastien" userId="c8a8ab7e-62a9-47cc-be65-152bff4ab635" providerId="ADAL" clId="{33E94959-CDE2-43B6-9D83-0F64F62BF36D}" dt="2025-11-03T12:49:06.200" v="424" actId="164"/>
          <ac:grpSpMkLst>
            <pc:docMk/>
            <pc:sldMk cId="3014562135" sldId="268"/>
            <ac:grpSpMk id="35" creationId="{6DE48271-B1CE-8C9D-A2FF-80A1145B4127}"/>
          </ac:grpSpMkLst>
        </pc:grpChg>
        <pc:picChg chg="mod">
          <ac:chgData name="DORS Sebastien" userId="c8a8ab7e-62a9-47cc-be65-152bff4ab635" providerId="ADAL" clId="{33E94959-CDE2-43B6-9D83-0F64F62BF36D}" dt="2025-11-03T12:49:12.576" v="425" actId="164"/>
          <ac:picMkLst>
            <pc:docMk/>
            <pc:sldMk cId="3014562135" sldId="268"/>
            <ac:picMk id="20" creationId="{DF580352-BA35-FE67-CA6B-1746BF620758}"/>
          </ac:picMkLst>
        </pc:picChg>
        <pc:picChg chg="mod">
          <ac:chgData name="DORS Sebastien" userId="c8a8ab7e-62a9-47cc-be65-152bff4ab635" providerId="ADAL" clId="{33E94959-CDE2-43B6-9D83-0F64F62BF36D}" dt="2025-11-03T12:49:21.492" v="426" actId="164"/>
          <ac:picMkLst>
            <pc:docMk/>
            <pc:sldMk cId="3014562135" sldId="268"/>
            <ac:picMk id="27" creationId="{591912FE-3DD3-9049-AE58-5882CEB231B8}"/>
          </ac:picMkLst>
        </pc:picChg>
        <pc:picChg chg="mod">
          <ac:chgData name="DORS Sebastien" userId="c8a8ab7e-62a9-47cc-be65-152bff4ab635" providerId="ADAL" clId="{33E94959-CDE2-43B6-9D83-0F64F62BF36D}" dt="2025-11-03T12:49:26.802" v="427" actId="164"/>
          <ac:picMkLst>
            <pc:docMk/>
            <pc:sldMk cId="3014562135" sldId="268"/>
            <ac:picMk id="32" creationId="{B2934E62-7853-8930-BB72-0C4FE9BD33AD}"/>
          </ac:picMkLst>
        </pc:picChg>
      </pc:sldChg>
      <pc:sldChg chg="addSp delSp modSp add mod">
        <pc:chgData name="DORS Sebastien" userId="c8a8ab7e-62a9-47cc-be65-152bff4ab635" providerId="ADAL" clId="{33E94959-CDE2-43B6-9D83-0F64F62BF36D}" dt="2025-11-03T13:50:29.837" v="1582" actId="1076"/>
        <pc:sldMkLst>
          <pc:docMk/>
          <pc:sldMk cId="2570579725" sldId="269"/>
        </pc:sldMkLst>
        <pc:spChg chg="del">
          <ac:chgData name="DORS Sebastien" userId="c8a8ab7e-62a9-47cc-be65-152bff4ab635" providerId="ADAL" clId="{33E94959-CDE2-43B6-9D83-0F64F62BF36D}" dt="2025-11-03T10:36:24.550" v="395" actId="478"/>
          <ac:spMkLst>
            <pc:docMk/>
            <pc:sldMk cId="2570579725" sldId="269"/>
            <ac:spMk id="3" creationId="{0F7AF05A-8061-78CB-83A5-6E7311F9C547}"/>
          </ac:spMkLst>
        </pc:spChg>
        <pc:spChg chg="mod topLvl">
          <ac:chgData name="DORS Sebastien" userId="c8a8ab7e-62a9-47cc-be65-152bff4ab635" providerId="ADAL" clId="{33E94959-CDE2-43B6-9D83-0F64F62BF36D}" dt="2025-11-03T12:55:32.324" v="489" actId="14861"/>
          <ac:spMkLst>
            <pc:docMk/>
            <pc:sldMk cId="2570579725" sldId="269"/>
            <ac:spMk id="4" creationId="{3604F161-A456-2EC4-25FC-9F0EEA947E8A}"/>
          </ac:spMkLst>
        </pc:spChg>
        <pc:spChg chg="mod topLvl">
          <ac:chgData name="DORS Sebastien" userId="c8a8ab7e-62a9-47cc-be65-152bff4ab635" providerId="ADAL" clId="{33E94959-CDE2-43B6-9D83-0F64F62BF36D}" dt="2025-11-03T12:55:32.324" v="489" actId="14861"/>
          <ac:spMkLst>
            <pc:docMk/>
            <pc:sldMk cId="2570579725" sldId="269"/>
            <ac:spMk id="5" creationId="{F17FD749-9C5F-1F68-3B0D-0BD0BD20FDC3}"/>
          </ac:spMkLst>
        </pc:spChg>
        <pc:spChg chg="del mod topLvl">
          <ac:chgData name="DORS Sebastien" userId="c8a8ab7e-62a9-47cc-be65-152bff4ab635" providerId="ADAL" clId="{33E94959-CDE2-43B6-9D83-0F64F62BF36D}" dt="2025-11-03T13:28:04.205" v="1420" actId="478"/>
          <ac:spMkLst>
            <pc:docMk/>
            <pc:sldMk cId="2570579725" sldId="269"/>
            <ac:spMk id="6" creationId="{D1F567A8-2C45-4AAF-32A4-55497A462A4E}"/>
          </ac:spMkLst>
        </pc:spChg>
        <pc:spChg chg="mod topLvl">
          <ac:chgData name="DORS Sebastien" userId="c8a8ab7e-62a9-47cc-be65-152bff4ab635" providerId="ADAL" clId="{33E94959-CDE2-43B6-9D83-0F64F62BF36D}" dt="2025-11-03T13:22:08.523" v="1356" actId="207"/>
          <ac:spMkLst>
            <pc:docMk/>
            <pc:sldMk cId="2570579725" sldId="269"/>
            <ac:spMk id="7" creationId="{3020814A-7035-5A86-FEC0-0093AB2F3412}"/>
          </ac:spMkLst>
        </pc:spChg>
        <pc:spChg chg="mod">
          <ac:chgData name="DORS Sebastien" userId="c8a8ab7e-62a9-47cc-be65-152bff4ab635" providerId="ADAL" clId="{33E94959-CDE2-43B6-9D83-0F64F62BF36D}" dt="2025-11-03T10:32:56.559" v="372" actId="1076"/>
          <ac:spMkLst>
            <pc:docMk/>
            <pc:sldMk cId="2570579725" sldId="269"/>
            <ac:spMk id="8" creationId="{D6E2399A-9AB4-2F20-BAE4-CF3C860BD257}"/>
          </ac:spMkLst>
        </pc:spChg>
        <pc:spChg chg="add mod">
          <ac:chgData name="DORS Sebastien" userId="c8a8ab7e-62a9-47cc-be65-152bff4ab635" providerId="ADAL" clId="{33E94959-CDE2-43B6-9D83-0F64F62BF36D}" dt="2025-11-03T10:36:54.473" v="408" actId="207"/>
          <ac:spMkLst>
            <pc:docMk/>
            <pc:sldMk cId="2570579725" sldId="269"/>
            <ac:spMk id="14" creationId="{37D1A7B1-BFDC-6690-82F1-8DA6E4C8490C}"/>
          </ac:spMkLst>
        </pc:spChg>
        <pc:spChg chg="add del mod">
          <ac:chgData name="DORS Sebastien" userId="c8a8ab7e-62a9-47cc-be65-152bff4ab635" providerId="ADAL" clId="{33E94959-CDE2-43B6-9D83-0F64F62BF36D}" dt="2025-11-03T13:50:21.636" v="1579" actId="478"/>
          <ac:spMkLst>
            <pc:docMk/>
            <pc:sldMk cId="2570579725" sldId="269"/>
            <ac:spMk id="15" creationId="{657E8F55-43E6-BB29-B923-4B3C2EF219A0}"/>
          </ac:spMkLst>
        </pc:spChg>
        <pc:spChg chg="mod topLvl">
          <ac:chgData name="DORS Sebastien" userId="c8a8ab7e-62a9-47cc-be65-152bff4ab635" providerId="ADAL" clId="{33E94959-CDE2-43B6-9D83-0F64F62BF36D}" dt="2025-11-03T13:22:08.523" v="1356" actId="207"/>
          <ac:spMkLst>
            <pc:docMk/>
            <pc:sldMk cId="2570579725" sldId="269"/>
            <ac:spMk id="16" creationId="{3A89BB15-DEFB-945A-1A6E-E5C9E8355516}"/>
          </ac:spMkLst>
        </pc:spChg>
        <pc:spChg chg="del mod topLvl">
          <ac:chgData name="DORS Sebastien" userId="c8a8ab7e-62a9-47cc-be65-152bff4ab635" providerId="ADAL" clId="{33E94959-CDE2-43B6-9D83-0F64F62BF36D}" dt="2025-11-03T13:28:04.205" v="1420" actId="478"/>
          <ac:spMkLst>
            <pc:docMk/>
            <pc:sldMk cId="2570579725" sldId="269"/>
            <ac:spMk id="17" creationId="{896C6860-710F-AE37-1C0D-1F6200510565}"/>
          </ac:spMkLst>
        </pc:spChg>
        <pc:spChg chg="del mod">
          <ac:chgData name="DORS Sebastien" userId="c8a8ab7e-62a9-47cc-be65-152bff4ab635" providerId="ADAL" clId="{33E94959-CDE2-43B6-9D83-0F64F62BF36D}" dt="2025-11-03T13:28:04.205" v="1420" actId="478"/>
          <ac:spMkLst>
            <pc:docMk/>
            <pc:sldMk cId="2570579725" sldId="269"/>
            <ac:spMk id="22" creationId="{EDAEB80B-CB64-AA44-CA83-10F88DCA5311}"/>
          </ac:spMkLst>
        </pc:spChg>
        <pc:spChg chg="add del mod">
          <ac:chgData name="DORS Sebastien" userId="c8a8ab7e-62a9-47cc-be65-152bff4ab635" providerId="ADAL" clId="{33E94959-CDE2-43B6-9D83-0F64F62BF36D}" dt="2025-11-03T13:50:21.636" v="1579" actId="478"/>
          <ac:spMkLst>
            <pc:docMk/>
            <pc:sldMk cId="2570579725" sldId="269"/>
            <ac:spMk id="23" creationId="{7FCD95B7-2784-7EBC-BCA6-7BB0B695E74F}"/>
          </ac:spMkLst>
        </pc:spChg>
        <pc:spChg chg="add mod">
          <ac:chgData name="DORS Sebastien" userId="c8a8ab7e-62a9-47cc-be65-152bff4ab635" providerId="ADAL" clId="{33E94959-CDE2-43B6-9D83-0F64F62BF36D}" dt="2025-11-03T13:38:21.038" v="1494" actId="1076"/>
          <ac:spMkLst>
            <pc:docMk/>
            <pc:sldMk cId="2570579725" sldId="269"/>
            <ac:spMk id="27" creationId="{5A2140A7-39FC-16D7-3D8E-A4FF02C07C99}"/>
          </ac:spMkLst>
        </pc:spChg>
        <pc:spChg chg="add mod">
          <ac:chgData name="DORS Sebastien" userId="c8a8ab7e-62a9-47cc-be65-152bff4ab635" providerId="ADAL" clId="{33E94959-CDE2-43B6-9D83-0F64F62BF36D}" dt="2025-11-03T13:50:22.033" v="1580"/>
          <ac:spMkLst>
            <pc:docMk/>
            <pc:sldMk cId="2570579725" sldId="269"/>
            <ac:spMk id="28" creationId="{C1DF6819-E61C-9B9B-7BB4-788C80009DD0}"/>
          </ac:spMkLst>
        </pc:spChg>
        <pc:spChg chg="add mod">
          <ac:chgData name="DORS Sebastien" userId="c8a8ab7e-62a9-47cc-be65-152bff4ab635" providerId="ADAL" clId="{33E94959-CDE2-43B6-9D83-0F64F62BF36D}" dt="2025-11-03T13:50:29.837" v="1582" actId="1076"/>
          <ac:spMkLst>
            <pc:docMk/>
            <pc:sldMk cId="2570579725" sldId="269"/>
            <ac:spMk id="29" creationId="{6E045A60-43CE-B5B3-18A9-32FE8F117A92}"/>
          </ac:spMkLst>
        </pc:spChg>
        <pc:spChg chg="add mod">
          <ac:chgData name="DORS Sebastien" userId="c8a8ab7e-62a9-47cc-be65-152bff4ab635" providerId="ADAL" clId="{33E94959-CDE2-43B6-9D83-0F64F62BF36D}" dt="2025-11-03T13:50:29.837" v="1582" actId="1076"/>
          <ac:spMkLst>
            <pc:docMk/>
            <pc:sldMk cId="2570579725" sldId="269"/>
            <ac:spMk id="30" creationId="{6E52AEA9-82CE-5BBB-7A68-518053548032}"/>
          </ac:spMkLst>
        </pc:spChg>
        <pc:grpChg chg="del">
          <ac:chgData name="DORS Sebastien" userId="c8a8ab7e-62a9-47cc-be65-152bff4ab635" providerId="ADAL" clId="{33E94959-CDE2-43B6-9D83-0F64F62BF36D}" dt="2025-11-03T10:34:01.296" v="380" actId="165"/>
          <ac:grpSpMkLst>
            <pc:docMk/>
            <pc:sldMk cId="2570579725" sldId="269"/>
            <ac:grpSpMk id="9" creationId="{1A89EBFD-F28D-83A7-5A22-64C506CD2222}"/>
          </ac:grpSpMkLst>
        </pc:grpChg>
        <pc:grpChg chg="del">
          <ac:chgData name="DORS Sebastien" userId="c8a8ab7e-62a9-47cc-be65-152bff4ab635" providerId="ADAL" clId="{33E94959-CDE2-43B6-9D83-0F64F62BF36D}" dt="2025-11-03T10:34:18.948" v="383" actId="165"/>
          <ac:grpSpMkLst>
            <pc:docMk/>
            <pc:sldMk cId="2570579725" sldId="269"/>
            <ac:grpSpMk id="10" creationId="{37CC8343-299C-7E82-61BD-A560A10C5A97}"/>
          </ac:grpSpMkLst>
        </pc:grpChg>
        <pc:grpChg chg="del mod">
          <ac:chgData name="DORS Sebastien" userId="c8a8ab7e-62a9-47cc-be65-152bff4ab635" providerId="ADAL" clId="{33E94959-CDE2-43B6-9D83-0F64F62BF36D}" dt="2025-11-03T10:36:02.208" v="394" actId="165"/>
          <ac:grpSpMkLst>
            <pc:docMk/>
            <pc:sldMk cId="2570579725" sldId="269"/>
            <ac:grpSpMk id="12" creationId="{F7CD9A66-6E21-6C1C-F418-4827C3264812}"/>
          </ac:grpSpMkLst>
        </pc:grpChg>
        <pc:picChg chg="mod topLvl">
          <ac:chgData name="DORS Sebastien" userId="c8a8ab7e-62a9-47cc-be65-152bff4ab635" providerId="ADAL" clId="{33E94959-CDE2-43B6-9D83-0F64F62BF36D}" dt="2025-11-03T10:34:01.296" v="380" actId="165"/>
          <ac:picMkLst>
            <pc:docMk/>
            <pc:sldMk cId="2570579725" sldId="269"/>
            <ac:picMk id="11" creationId="{E443915E-3D64-F924-E1D6-91043A321EAE}"/>
          </ac:picMkLst>
        </pc:picChg>
        <pc:picChg chg="mod topLvl">
          <ac:chgData name="DORS Sebastien" userId="c8a8ab7e-62a9-47cc-be65-152bff4ab635" providerId="ADAL" clId="{33E94959-CDE2-43B6-9D83-0F64F62BF36D}" dt="2025-11-03T10:34:25.314" v="385" actId="1076"/>
          <ac:picMkLst>
            <pc:docMk/>
            <pc:sldMk cId="2570579725" sldId="269"/>
            <ac:picMk id="13" creationId="{E8764509-2BC5-5790-387D-82887EC79816}"/>
          </ac:picMkLst>
        </pc:picChg>
        <pc:picChg chg="del mod topLvl">
          <ac:chgData name="DORS Sebastien" userId="c8a8ab7e-62a9-47cc-be65-152bff4ab635" providerId="ADAL" clId="{33E94959-CDE2-43B6-9D83-0F64F62BF36D}" dt="2025-11-03T13:28:04.205" v="1420" actId="478"/>
          <ac:picMkLst>
            <pc:docMk/>
            <pc:sldMk cId="2570579725" sldId="269"/>
            <ac:picMk id="18" creationId="{B26738BE-D164-69BE-DA26-907BCE25DFD7}"/>
          </ac:picMkLst>
        </pc:picChg>
        <pc:picChg chg="del mod topLvl">
          <ac:chgData name="DORS Sebastien" userId="c8a8ab7e-62a9-47cc-be65-152bff4ab635" providerId="ADAL" clId="{33E94959-CDE2-43B6-9D83-0F64F62BF36D}" dt="2025-11-03T13:28:04.205" v="1420" actId="478"/>
          <ac:picMkLst>
            <pc:docMk/>
            <pc:sldMk cId="2570579725" sldId="269"/>
            <ac:picMk id="19" creationId="{240D8E59-8531-41B6-11D2-92302FD28CB5}"/>
          </ac:picMkLst>
        </pc:picChg>
        <pc:picChg chg="del mod topLvl">
          <ac:chgData name="DORS Sebastien" userId="c8a8ab7e-62a9-47cc-be65-152bff4ab635" providerId="ADAL" clId="{33E94959-CDE2-43B6-9D83-0F64F62BF36D}" dt="2025-11-03T13:28:04.205" v="1420" actId="478"/>
          <ac:picMkLst>
            <pc:docMk/>
            <pc:sldMk cId="2570579725" sldId="269"/>
            <ac:picMk id="20" creationId="{3000F419-7C82-7356-2F04-F9D58365B31A}"/>
          </ac:picMkLst>
        </pc:picChg>
        <pc:picChg chg="add del mod">
          <ac:chgData name="DORS Sebastien" userId="c8a8ab7e-62a9-47cc-be65-152bff4ab635" providerId="ADAL" clId="{33E94959-CDE2-43B6-9D83-0F64F62BF36D}" dt="2025-11-03T13:50:21.636" v="1579" actId="478"/>
          <ac:picMkLst>
            <pc:docMk/>
            <pc:sldMk cId="2570579725" sldId="269"/>
            <ac:picMk id="24" creationId="{C52FF540-0F5B-E7BD-E256-6501500B9BC3}"/>
          </ac:picMkLst>
        </pc:picChg>
        <pc:picChg chg="add del mod">
          <ac:chgData name="DORS Sebastien" userId="c8a8ab7e-62a9-47cc-be65-152bff4ab635" providerId="ADAL" clId="{33E94959-CDE2-43B6-9D83-0F64F62BF36D}" dt="2025-11-03T13:50:21.636" v="1579" actId="478"/>
          <ac:picMkLst>
            <pc:docMk/>
            <pc:sldMk cId="2570579725" sldId="269"/>
            <ac:picMk id="25" creationId="{E233985B-CA08-9F70-6A81-2E3B46698FAF}"/>
          </ac:picMkLst>
        </pc:picChg>
        <pc:picChg chg="add del mod">
          <ac:chgData name="DORS Sebastien" userId="c8a8ab7e-62a9-47cc-be65-152bff4ab635" providerId="ADAL" clId="{33E94959-CDE2-43B6-9D83-0F64F62BF36D}" dt="2025-11-03T13:50:21.636" v="1579" actId="478"/>
          <ac:picMkLst>
            <pc:docMk/>
            <pc:sldMk cId="2570579725" sldId="269"/>
            <ac:picMk id="26" creationId="{FD5E5364-D4F8-0889-E459-4FE601491188}"/>
          </ac:picMkLst>
        </pc:picChg>
        <pc:picChg chg="add mod">
          <ac:chgData name="DORS Sebastien" userId="c8a8ab7e-62a9-47cc-be65-152bff4ab635" providerId="ADAL" clId="{33E94959-CDE2-43B6-9D83-0F64F62BF36D}" dt="2025-11-03T13:50:29.837" v="1582" actId="1076"/>
          <ac:picMkLst>
            <pc:docMk/>
            <pc:sldMk cId="2570579725" sldId="269"/>
            <ac:picMk id="31" creationId="{52CC77FD-9EF4-FA4E-0F79-EBCA5C96C025}"/>
          </ac:picMkLst>
        </pc:picChg>
        <pc:picChg chg="add mod">
          <ac:chgData name="DORS Sebastien" userId="c8a8ab7e-62a9-47cc-be65-152bff4ab635" providerId="ADAL" clId="{33E94959-CDE2-43B6-9D83-0F64F62BF36D}" dt="2025-11-03T13:50:29.837" v="1582" actId="1076"/>
          <ac:picMkLst>
            <pc:docMk/>
            <pc:sldMk cId="2570579725" sldId="269"/>
            <ac:picMk id="32" creationId="{9C3FBABB-CA3F-6DBE-E2D6-792A4D8AA922}"/>
          </ac:picMkLst>
        </pc:picChg>
        <pc:picChg chg="add mod">
          <ac:chgData name="DORS Sebastien" userId="c8a8ab7e-62a9-47cc-be65-152bff4ab635" providerId="ADAL" clId="{33E94959-CDE2-43B6-9D83-0F64F62BF36D}" dt="2025-11-03T13:50:29.837" v="1582" actId="1076"/>
          <ac:picMkLst>
            <pc:docMk/>
            <pc:sldMk cId="2570579725" sldId="269"/>
            <ac:picMk id="33" creationId="{0C684055-F080-C6A9-29FF-ECEA563E472F}"/>
          </ac:picMkLst>
        </pc:picChg>
        <pc:picChg chg="add mod">
          <ac:chgData name="DORS Sebastien" userId="c8a8ab7e-62a9-47cc-be65-152bff4ab635" providerId="ADAL" clId="{33E94959-CDE2-43B6-9D83-0F64F62BF36D}" dt="2025-11-03T13:50:29.837" v="1582" actId="1076"/>
          <ac:picMkLst>
            <pc:docMk/>
            <pc:sldMk cId="2570579725" sldId="269"/>
            <ac:picMk id="34" creationId="{DF173DA4-17E5-7692-ED86-C1C48CE36635}"/>
          </ac:picMkLst>
        </pc:picChg>
      </pc:sldChg>
      <pc:sldChg chg="addSp delSp modSp add mod">
        <pc:chgData name="DORS Sebastien" userId="c8a8ab7e-62a9-47cc-be65-152bff4ab635" providerId="ADAL" clId="{33E94959-CDE2-43B6-9D83-0F64F62BF36D}" dt="2025-11-03T13:50:13.704" v="1578" actId="1076"/>
        <pc:sldMkLst>
          <pc:docMk/>
          <pc:sldMk cId="275695170" sldId="270"/>
        </pc:sldMkLst>
        <pc:spChg chg="add del">
          <ac:chgData name="DORS Sebastien" userId="c8a8ab7e-62a9-47cc-be65-152bff4ab635" providerId="ADAL" clId="{33E94959-CDE2-43B6-9D83-0F64F62BF36D}" dt="2025-11-03T13:41:57.858" v="1529" actId="478"/>
          <ac:spMkLst>
            <pc:docMk/>
            <pc:sldMk cId="275695170" sldId="270"/>
            <ac:spMk id="2" creationId="{2821BAA8-E704-1DAA-FB68-1D700DD3CEBE}"/>
          </ac:spMkLst>
        </pc:spChg>
        <pc:spChg chg="del">
          <ac:chgData name="DORS Sebastien" userId="c8a8ab7e-62a9-47cc-be65-152bff4ab635" providerId="ADAL" clId="{33E94959-CDE2-43B6-9D83-0F64F62BF36D}" dt="2025-11-03T10:37:14.118" v="415" actId="478"/>
          <ac:spMkLst>
            <pc:docMk/>
            <pc:sldMk cId="275695170" sldId="270"/>
            <ac:spMk id="3" creationId="{1ABE79B8-D78C-A768-C4CF-8BDE9C1424E2}"/>
          </ac:spMkLst>
        </pc:spChg>
        <pc:spChg chg="mod topLvl">
          <ac:chgData name="DORS Sebastien" userId="c8a8ab7e-62a9-47cc-be65-152bff4ab635" providerId="ADAL" clId="{33E94959-CDE2-43B6-9D83-0F64F62BF36D}" dt="2025-11-03T12:55:46.534" v="494" actId="14861"/>
          <ac:spMkLst>
            <pc:docMk/>
            <pc:sldMk cId="275695170" sldId="270"/>
            <ac:spMk id="4" creationId="{FE35CF02-C5AD-B859-12EC-9FF3BC503773}"/>
          </ac:spMkLst>
        </pc:spChg>
        <pc:spChg chg="mod topLvl">
          <ac:chgData name="DORS Sebastien" userId="c8a8ab7e-62a9-47cc-be65-152bff4ab635" providerId="ADAL" clId="{33E94959-CDE2-43B6-9D83-0F64F62BF36D}" dt="2025-11-03T12:55:46.534" v="494" actId="14861"/>
          <ac:spMkLst>
            <pc:docMk/>
            <pc:sldMk cId="275695170" sldId="270"/>
            <ac:spMk id="5" creationId="{E80D0F10-1696-7BE2-747F-8FC85E262F40}"/>
          </ac:spMkLst>
        </pc:spChg>
        <pc:spChg chg="mod topLvl">
          <ac:chgData name="DORS Sebastien" userId="c8a8ab7e-62a9-47cc-be65-152bff4ab635" providerId="ADAL" clId="{33E94959-CDE2-43B6-9D83-0F64F62BF36D}" dt="2025-11-03T12:55:46.534" v="494" actId="14861"/>
          <ac:spMkLst>
            <pc:docMk/>
            <pc:sldMk cId="275695170" sldId="270"/>
            <ac:spMk id="6" creationId="{7C4D5EA7-379D-D7A1-013A-DB758F89AAB2}"/>
          </ac:spMkLst>
        </pc:spChg>
        <pc:spChg chg="mod topLvl">
          <ac:chgData name="DORS Sebastien" userId="c8a8ab7e-62a9-47cc-be65-152bff4ab635" providerId="ADAL" clId="{33E94959-CDE2-43B6-9D83-0F64F62BF36D}" dt="2025-11-03T13:22:15.809" v="1357" actId="207"/>
          <ac:spMkLst>
            <pc:docMk/>
            <pc:sldMk cId="275695170" sldId="270"/>
            <ac:spMk id="7" creationId="{59010F64-6F22-0396-9FD4-3266017CEE2C}"/>
          </ac:spMkLst>
        </pc:spChg>
        <pc:spChg chg="add del mod">
          <ac:chgData name="DORS Sebastien" userId="c8a8ab7e-62a9-47cc-be65-152bff4ab635" providerId="ADAL" clId="{33E94959-CDE2-43B6-9D83-0F64F62BF36D}" dt="2025-11-03T13:41:57.858" v="1529" actId="478"/>
          <ac:spMkLst>
            <pc:docMk/>
            <pc:sldMk cId="275695170" sldId="270"/>
            <ac:spMk id="14" creationId="{E683D736-68F3-2746-17BE-3D5A0755AB34}"/>
          </ac:spMkLst>
        </pc:spChg>
        <pc:spChg chg="add mod">
          <ac:chgData name="DORS Sebastien" userId="c8a8ab7e-62a9-47cc-be65-152bff4ab635" providerId="ADAL" clId="{33E94959-CDE2-43B6-9D83-0F64F62BF36D}" dt="2025-11-03T13:41:07.609" v="1521" actId="1076"/>
          <ac:spMkLst>
            <pc:docMk/>
            <pc:sldMk cId="275695170" sldId="270"/>
            <ac:spMk id="15" creationId="{605764D7-6E58-F026-7965-55F423FE6DF4}"/>
          </ac:spMkLst>
        </pc:spChg>
        <pc:spChg chg="mod topLvl">
          <ac:chgData name="DORS Sebastien" userId="c8a8ab7e-62a9-47cc-be65-152bff4ab635" providerId="ADAL" clId="{33E94959-CDE2-43B6-9D83-0F64F62BF36D}" dt="2025-11-03T13:22:21.898" v="1358" actId="207"/>
          <ac:spMkLst>
            <pc:docMk/>
            <pc:sldMk cId="275695170" sldId="270"/>
            <ac:spMk id="16" creationId="{14AAF31D-2B27-AA7C-EEFB-490C437F6730}"/>
          </ac:spMkLst>
        </pc:spChg>
        <pc:spChg chg="mod topLvl">
          <ac:chgData name="DORS Sebastien" userId="c8a8ab7e-62a9-47cc-be65-152bff4ab635" providerId="ADAL" clId="{33E94959-CDE2-43B6-9D83-0F64F62BF36D}" dt="2025-11-03T13:23:02.116" v="1369" actId="207"/>
          <ac:spMkLst>
            <pc:docMk/>
            <pc:sldMk cId="275695170" sldId="270"/>
            <ac:spMk id="17" creationId="{0EE0263A-13E4-875F-FF91-AA77F6771572}"/>
          </ac:spMkLst>
        </pc:spChg>
        <pc:spChg chg="add mod">
          <ac:chgData name="DORS Sebastien" userId="c8a8ab7e-62a9-47cc-be65-152bff4ab635" providerId="ADAL" clId="{33E94959-CDE2-43B6-9D83-0F64F62BF36D}" dt="2025-11-03T13:41:07.609" v="1521" actId="1076"/>
          <ac:spMkLst>
            <pc:docMk/>
            <pc:sldMk cId="275695170" sldId="270"/>
            <ac:spMk id="23" creationId="{83208FF6-27FB-6F33-F48C-DA8DE3A0CEB2}"/>
          </ac:spMkLst>
        </pc:spChg>
        <pc:spChg chg="add mod">
          <ac:chgData name="DORS Sebastien" userId="c8a8ab7e-62a9-47cc-be65-152bff4ab635" providerId="ADAL" clId="{33E94959-CDE2-43B6-9D83-0F64F62BF36D}" dt="2025-11-03T13:41:01.366" v="1520" actId="1076"/>
          <ac:spMkLst>
            <pc:docMk/>
            <pc:sldMk cId="275695170" sldId="270"/>
            <ac:spMk id="24" creationId="{8F93B62D-7B9F-2C4D-308D-E1516D6D58A9}"/>
          </ac:spMkLst>
        </pc:spChg>
        <pc:spChg chg="add mod">
          <ac:chgData name="DORS Sebastien" userId="c8a8ab7e-62a9-47cc-be65-152bff4ab635" providerId="ADAL" clId="{33E94959-CDE2-43B6-9D83-0F64F62BF36D}" dt="2025-11-03T13:40:59.242" v="1519" actId="1076"/>
          <ac:spMkLst>
            <pc:docMk/>
            <pc:sldMk cId="275695170" sldId="270"/>
            <ac:spMk id="25" creationId="{C0261F09-E2CA-8BB4-3CA8-7938920AA636}"/>
          </ac:spMkLst>
        </pc:spChg>
        <pc:spChg chg="add del mod">
          <ac:chgData name="DORS Sebastien" userId="c8a8ab7e-62a9-47cc-be65-152bff4ab635" providerId="ADAL" clId="{33E94959-CDE2-43B6-9D83-0F64F62BF36D}" dt="2025-11-03T13:41:57.858" v="1529" actId="478"/>
          <ac:spMkLst>
            <pc:docMk/>
            <pc:sldMk cId="275695170" sldId="270"/>
            <ac:spMk id="27" creationId="{502D2403-E7BF-D985-C8A1-90C84C53FF50}"/>
          </ac:spMkLst>
        </pc:spChg>
        <pc:spChg chg="add mod">
          <ac:chgData name="DORS Sebastien" userId="c8a8ab7e-62a9-47cc-be65-152bff4ab635" providerId="ADAL" clId="{33E94959-CDE2-43B6-9D83-0F64F62BF36D}" dt="2025-11-03T13:41:57.538" v="1528"/>
          <ac:spMkLst>
            <pc:docMk/>
            <pc:sldMk cId="275695170" sldId="270"/>
            <ac:spMk id="28" creationId="{B4EBEF07-9BF9-B47C-B9A0-95C2CE7C0AD1}"/>
          </ac:spMkLst>
        </pc:spChg>
        <pc:spChg chg="add mod">
          <ac:chgData name="DORS Sebastien" userId="c8a8ab7e-62a9-47cc-be65-152bff4ab635" providerId="ADAL" clId="{33E94959-CDE2-43B6-9D83-0F64F62BF36D}" dt="2025-11-03T13:41:56.284" v="1527"/>
          <ac:spMkLst>
            <pc:docMk/>
            <pc:sldMk cId="275695170" sldId="270"/>
            <ac:spMk id="29" creationId="{B99667CF-E66B-395E-0530-E44B60692D37}"/>
          </ac:spMkLst>
        </pc:spChg>
        <pc:picChg chg="mod topLvl">
          <ac:chgData name="DORS Sebastien" userId="c8a8ab7e-62a9-47cc-be65-152bff4ab635" providerId="ADAL" clId="{33E94959-CDE2-43B6-9D83-0F64F62BF36D}" dt="2025-11-03T10:35:46.262" v="393" actId="165"/>
          <ac:picMkLst>
            <pc:docMk/>
            <pc:sldMk cId="275695170" sldId="270"/>
            <ac:picMk id="11" creationId="{5F8AF4F6-B99A-7721-B777-29376EC283D5}"/>
          </ac:picMkLst>
        </pc:picChg>
        <pc:picChg chg="mod topLvl">
          <ac:chgData name="DORS Sebastien" userId="c8a8ab7e-62a9-47cc-be65-152bff4ab635" providerId="ADAL" clId="{33E94959-CDE2-43B6-9D83-0F64F62BF36D}" dt="2025-11-03T13:50:00.867" v="1574" actId="1076"/>
          <ac:picMkLst>
            <pc:docMk/>
            <pc:sldMk cId="275695170" sldId="270"/>
            <ac:picMk id="18" creationId="{248CDE51-57AC-5099-26E3-7740ECD3338B}"/>
          </ac:picMkLst>
        </pc:picChg>
        <pc:picChg chg="mod topLvl">
          <ac:chgData name="DORS Sebastien" userId="c8a8ab7e-62a9-47cc-be65-152bff4ab635" providerId="ADAL" clId="{33E94959-CDE2-43B6-9D83-0F64F62BF36D}" dt="2025-11-03T13:50:13.704" v="1578" actId="1076"/>
          <ac:picMkLst>
            <pc:docMk/>
            <pc:sldMk cId="275695170" sldId="270"/>
            <ac:picMk id="19" creationId="{E448A94F-8829-AD0A-EF84-825020780A75}"/>
          </ac:picMkLst>
        </pc:picChg>
        <pc:picChg chg="mod topLvl">
          <ac:chgData name="DORS Sebastien" userId="c8a8ab7e-62a9-47cc-be65-152bff4ab635" providerId="ADAL" clId="{33E94959-CDE2-43B6-9D83-0F64F62BF36D}" dt="2025-11-03T13:50:11.747" v="1577" actId="1076"/>
          <ac:picMkLst>
            <pc:docMk/>
            <pc:sldMk cId="275695170" sldId="270"/>
            <ac:picMk id="20" creationId="{0E98D290-B9AD-AA47-6AC2-D5599810AAEA}"/>
          </ac:picMkLst>
        </pc:picChg>
        <pc:picChg chg="add mod">
          <ac:chgData name="DORS Sebastien" userId="c8a8ab7e-62a9-47cc-be65-152bff4ab635" providerId="ADAL" clId="{33E94959-CDE2-43B6-9D83-0F64F62BF36D}" dt="2025-11-03T13:50:07.513" v="1576" actId="1076"/>
          <ac:picMkLst>
            <pc:docMk/>
            <pc:sldMk cId="275695170" sldId="270"/>
            <ac:picMk id="31" creationId="{D4B15390-07F4-DE5F-1872-1C902A0B2D8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D31AF-CD3F-426A-BCA1-FC0DE9020597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C10F8-2AB9-4411-AF96-5790575B40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1738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C10F8-2AB9-4411-AF96-5790575B40B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4371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C10F8-2AB9-4411-AF96-5790575B40B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1948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C10F8-2AB9-4411-AF96-5790575B40B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3509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27E10-FD18-8C3B-B04B-7FACBD6E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7186480-999F-871F-8FE4-E7A0FA5F9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3AB1071-741B-E192-F6E4-1EEC426DA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104118-8C08-A61A-3601-665CE39E8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C10F8-2AB9-4411-AF96-5790575B40B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595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C59B8-8743-1F7F-884A-354E0D2B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122C071-8DEA-44A7-E65E-74D3D29F6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C334F97-ECFC-3A00-AD19-6490B005E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C40215-BDE6-1980-1956-2052FD7C9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C10F8-2AB9-4411-AF96-5790575B40B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4470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4DC44-01BD-9669-E5C5-2719B0856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898EB2B-902C-986B-0EC2-492E822BD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28F3539-E0D1-A0B1-3F88-448C71E7C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  4. Présentation Technique (Front/Back)</a:t>
            </a:r>
          </a:p>
          <a:p>
            <a:endParaRPr lang="fr-FR"/>
          </a:p>
          <a:p>
            <a:r>
              <a:rPr lang="fr-FR"/>
              <a:t>   * Architecture Globale : Schéma simple montrant : Navigateur (</a:t>
            </a:r>
            <a:r>
              <a:rPr lang="fr-FR" err="1"/>
              <a:t>Front-end</a:t>
            </a:r>
            <a:r>
              <a:rPr lang="fr-FR"/>
              <a:t>) &lt;-&gt; API Flask (</a:t>
            </a:r>
            <a:r>
              <a:rPr lang="fr-FR" err="1"/>
              <a:t>Back-end</a:t>
            </a:r>
            <a:r>
              <a:rPr lang="fr-FR"/>
              <a:t>) &lt;-&gt; APIs Externes (Google, </a:t>
            </a:r>
            <a:r>
              <a:rPr lang="fr-FR" err="1"/>
              <a:t>OpenWeather</a:t>
            </a:r>
            <a:r>
              <a:rPr lang="fr-FR"/>
              <a:t>) &amp; Gemini.</a:t>
            </a:r>
          </a:p>
          <a:p>
            <a:endParaRPr lang="fr-FR"/>
          </a:p>
          <a:p>
            <a:r>
              <a:rPr lang="fr-FR"/>
              <a:t>   * </a:t>
            </a:r>
            <a:r>
              <a:rPr lang="fr-FR" err="1"/>
              <a:t>Back-end</a:t>
            </a:r>
            <a:r>
              <a:rPr lang="fr-FR"/>
              <a:t> (Flask) :</a:t>
            </a:r>
          </a:p>
          <a:p>
            <a:r>
              <a:rPr lang="fr-FR"/>
              <a:t>       * `api.py` : Le cœur de l'application, qui définit les routes (</a:t>
            </a:r>
            <a:r>
              <a:rPr lang="fr-FR" err="1"/>
              <a:t>endpoints</a:t>
            </a:r>
            <a:r>
              <a:rPr lang="fr-FR"/>
              <a:t>) de l'API.</a:t>
            </a:r>
          </a:p>
          <a:p>
            <a:r>
              <a:rPr lang="fr-FR"/>
              <a:t>       * </a:t>
            </a:r>
            <a:r>
              <a:rPr lang="fr-FR" err="1"/>
              <a:t>Endpoints</a:t>
            </a:r>
            <a:r>
              <a:rPr lang="fr-FR"/>
              <a:t> principaux :</a:t>
            </a:r>
          </a:p>
          <a:p>
            <a:r>
              <a:rPr lang="fr-FR"/>
              <a:t>           * /login : Gère l'authentification </a:t>
            </a:r>
            <a:r>
              <a:rPr lang="fr-FR" err="1"/>
              <a:t>OAuth</a:t>
            </a:r>
            <a:r>
              <a:rPr lang="fr-FR"/>
              <a:t> avec Google.</a:t>
            </a:r>
          </a:p>
          <a:p>
            <a:r>
              <a:rPr lang="fr-FR"/>
              <a:t>           * /api/</a:t>
            </a:r>
            <a:r>
              <a:rPr lang="fr-FR" err="1"/>
              <a:t>chatbot</a:t>
            </a:r>
            <a:r>
              <a:rPr lang="fr-FR"/>
              <a:t> : Reçoit les messages de l'utilisateur, les envoie à Gemini, et retourne la réponse.</a:t>
            </a:r>
          </a:p>
          <a:p>
            <a:r>
              <a:rPr lang="fr-FR"/>
              <a:t>           * /api/</a:t>
            </a:r>
            <a:r>
              <a:rPr lang="fr-FR" err="1"/>
              <a:t>gmail</a:t>
            </a:r>
            <a:r>
              <a:rPr lang="fr-FR"/>
              <a:t>, /api/</a:t>
            </a:r>
            <a:r>
              <a:rPr lang="fr-FR" err="1"/>
              <a:t>calendar</a:t>
            </a:r>
            <a:r>
              <a:rPr lang="fr-FR"/>
              <a:t>, /api/</a:t>
            </a:r>
            <a:r>
              <a:rPr lang="fr-FR" err="1"/>
              <a:t>weather</a:t>
            </a:r>
            <a:r>
              <a:rPr lang="fr-FR"/>
              <a:t> : </a:t>
            </a:r>
            <a:r>
              <a:rPr lang="fr-FR" err="1"/>
              <a:t>Endpoints</a:t>
            </a:r>
            <a:r>
              <a:rPr lang="fr-FR"/>
              <a:t> spécifiques que le </a:t>
            </a:r>
            <a:r>
              <a:rPr lang="fr-FR" err="1"/>
              <a:t>chatbot</a:t>
            </a:r>
            <a:r>
              <a:rPr lang="fr-FR"/>
              <a:t> (ou directement le </a:t>
            </a:r>
            <a:r>
              <a:rPr lang="fr-FR" err="1"/>
              <a:t>front-end</a:t>
            </a:r>
            <a:r>
              <a:rPr lang="fr-FR"/>
              <a:t>) peut appeler pour récupérer des</a:t>
            </a:r>
          </a:p>
          <a:p>
            <a:r>
              <a:rPr lang="fr-FR"/>
              <a:t>             données formatées depuis les modules correspondants (Gmail_API.py, etc.).</a:t>
            </a:r>
          </a:p>
          <a:p>
            <a:r>
              <a:rPr lang="fr-FR"/>
              <a:t>       * Modularité : Expliquez que chaque service externe a son propre module (Calendar_API.py, Gmail_API.py, ...) pour une meilleure organisation et</a:t>
            </a:r>
          </a:p>
          <a:p>
            <a:r>
              <a:rPr lang="fr-FR"/>
              <a:t>         maintenabilité.</a:t>
            </a:r>
          </a:p>
          <a:p>
            <a:endParaRPr lang="fr-FR"/>
          </a:p>
          <a:p>
            <a:r>
              <a:rPr lang="fr-FR"/>
              <a:t>   * </a:t>
            </a:r>
            <a:r>
              <a:rPr lang="fr-FR" err="1"/>
              <a:t>Front-end</a:t>
            </a:r>
            <a:r>
              <a:rPr lang="fr-FR"/>
              <a:t> (HTML, CSS, JS) :</a:t>
            </a:r>
          </a:p>
          <a:p>
            <a:r>
              <a:rPr lang="fr-FR"/>
              <a:t>       * Structure : Une application </a:t>
            </a:r>
            <a:r>
              <a:rPr lang="fr-FR" err="1"/>
              <a:t>multi-pages</a:t>
            </a:r>
            <a:r>
              <a:rPr lang="fr-FR"/>
              <a:t> (index.html pour la connexion, messages.html, calendar.html pour les vues dédiées).</a:t>
            </a:r>
          </a:p>
          <a:p>
            <a:r>
              <a:rPr lang="fr-FR"/>
              <a:t>       * `script.js` : Le moteur du </a:t>
            </a:r>
            <a:r>
              <a:rPr lang="fr-FR" err="1"/>
              <a:t>front-end</a:t>
            </a:r>
            <a:r>
              <a:rPr lang="fr-FR"/>
              <a:t>.</a:t>
            </a:r>
          </a:p>
          <a:p>
            <a:r>
              <a:rPr lang="fr-FR"/>
              <a:t>           * Il gère l'interaction avec l'utilisateur (ex: envoi du message du </a:t>
            </a:r>
            <a:r>
              <a:rPr lang="fr-FR" err="1"/>
              <a:t>chatbot</a:t>
            </a:r>
            <a:r>
              <a:rPr lang="fr-FR"/>
              <a:t>).</a:t>
            </a:r>
          </a:p>
          <a:p>
            <a:r>
              <a:rPr lang="fr-FR"/>
              <a:t>           * Il effectue des appels </a:t>
            </a:r>
            <a:r>
              <a:rPr lang="fr-FR" err="1"/>
              <a:t>fetch</a:t>
            </a:r>
            <a:r>
              <a:rPr lang="fr-FR"/>
              <a:t>() à votre API Flask pour envoyer des données et en recevoir.</a:t>
            </a:r>
          </a:p>
          <a:p>
            <a:r>
              <a:rPr lang="fr-FR"/>
              <a:t>           * Il met à jour dynamiquement le contenu des pages (le DOM) sans avoir à recharger la page entièrement.</a:t>
            </a:r>
          </a:p>
          <a:p>
            <a:r>
              <a:rPr lang="fr-FR"/>
              <a:t>       * `style.css` : Responsable de l'aspect visuel pour une expérience utilisateur agréable et intuitive.</a:t>
            </a:r>
          </a:p>
          <a:p>
            <a:endParaRPr lang="fr-FR"/>
          </a:p>
          <a:p>
            <a:r>
              <a:rPr lang="fr-FR"/>
              <a:t>  5. Démonstration (Scénario)</a:t>
            </a:r>
          </a:p>
          <a:p>
            <a:endParaRPr lang="fr-FR"/>
          </a:p>
          <a:p>
            <a:r>
              <a:rPr lang="fr-FR"/>
              <a:t>  Suivez un parcours utilisateur logique :</a:t>
            </a:r>
          </a:p>
          <a:p>
            <a:endParaRPr lang="fr-FR"/>
          </a:p>
          <a:p>
            <a:r>
              <a:rPr lang="fr-FR"/>
              <a:t>   1. Connexion : Montrez la page index.html et passez par le processus de connexion Google.</a:t>
            </a:r>
          </a:p>
          <a:p>
            <a:r>
              <a:rPr lang="fr-FR"/>
              <a:t>   2. Interface Principale : Une fois connecté, montrez le </a:t>
            </a:r>
            <a:r>
              <a:rPr lang="fr-FR" err="1"/>
              <a:t>dashboard</a:t>
            </a:r>
            <a:r>
              <a:rPr lang="fr-FR"/>
              <a:t> principal.</a:t>
            </a:r>
          </a:p>
          <a:p>
            <a:r>
              <a:rPr lang="fr-FR"/>
              <a:t>   3. Interaction avec le </a:t>
            </a:r>
            <a:r>
              <a:rPr lang="fr-FR" err="1"/>
              <a:t>Chatbot</a:t>
            </a:r>
            <a:r>
              <a:rPr lang="fr-FR"/>
              <a:t> :</a:t>
            </a:r>
          </a:p>
          <a:p>
            <a:r>
              <a:rPr lang="fr-FR"/>
              <a:t>       * Météo : "Quel temps fait-il à Paris ?" -&gt; Le </a:t>
            </a:r>
            <a:r>
              <a:rPr lang="fr-FR" err="1"/>
              <a:t>chatbot</a:t>
            </a:r>
            <a:r>
              <a:rPr lang="fr-FR"/>
              <a:t> appelle l'API </a:t>
            </a:r>
            <a:r>
              <a:rPr lang="fr-FR" err="1"/>
              <a:t>OpenWeather</a:t>
            </a:r>
            <a:r>
              <a:rPr lang="fr-FR"/>
              <a:t>.</a:t>
            </a:r>
          </a:p>
          <a:p>
            <a:r>
              <a:rPr lang="fr-FR"/>
              <a:t>       * Calendrier : "Qu'ai-je de prévu aujourd'hui ?" -&gt; Le </a:t>
            </a:r>
            <a:r>
              <a:rPr lang="fr-FR" err="1"/>
              <a:t>chatbot</a:t>
            </a:r>
            <a:r>
              <a:rPr lang="fr-FR"/>
              <a:t> appelle l'API Google </a:t>
            </a:r>
            <a:r>
              <a:rPr lang="fr-FR" err="1"/>
              <a:t>Calendar</a:t>
            </a:r>
            <a:r>
              <a:rPr lang="fr-FR"/>
              <a:t>.</a:t>
            </a:r>
          </a:p>
          <a:p>
            <a:r>
              <a:rPr lang="fr-FR"/>
              <a:t>       * Emails : "Montre-moi mes derniers emails." -&gt; Le </a:t>
            </a:r>
            <a:r>
              <a:rPr lang="fr-FR" err="1"/>
              <a:t>chatbot</a:t>
            </a:r>
            <a:r>
              <a:rPr lang="fr-FR"/>
              <a:t> appelle l'API Gmail.</a:t>
            </a:r>
          </a:p>
          <a:p>
            <a:r>
              <a:rPr lang="fr-FR"/>
              <a:t>   4. Navigation : Cliquez sur les liens "Calendrier" ou "Messages" pour montrer les pages dédiées (calendar.html, messages.html) qui affichent les</a:t>
            </a:r>
          </a:p>
          <a:p>
            <a:r>
              <a:rPr lang="fr-FR"/>
              <a:t>      informations de manière plus détaillée.</a:t>
            </a:r>
          </a:p>
          <a:p>
            <a:r>
              <a:rPr lang="fr-FR"/>
              <a:t>   5. Paramètres : Montrez la page settings.html, même si elle est simple, pour montrer que vous avez pensé à la structure complète.</a:t>
            </a:r>
          </a:p>
          <a:p>
            <a:endParaRPr lang="fr-FR"/>
          </a:p>
          <a:p>
            <a:r>
              <a:rPr lang="fr-FR"/>
              <a:t>  6. Questions</a:t>
            </a:r>
          </a:p>
          <a:p>
            <a:endParaRPr lang="fr-FR"/>
          </a:p>
          <a:p>
            <a:r>
              <a:rPr lang="fr-FR"/>
              <a:t>   * Préparez-vous à des questions sur :</a:t>
            </a:r>
          </a:p>
          <a:p>
            <a:r>
              <a:rPr lang="fr-FR"/>
              <a:t>       * Les défis techniques : Le plus grand obstacle que vous avez rencontré (ex: gestion de l'authentification </a:t>
            </a:r>
            <a:r>
              <a:rPr lang="fr-FR" err="1"/>
              <a:t>OAuth</a:t>
            </a:r>
            <a:r>
              <a:rPr lang="fr-FR"/>
              <a:t>, </a:t>
            </a:r>
            <a:r>
              <a:rPr lang="fr-FR" err="1"/>
              <a:t>parsing</a:t>
            </a:r>
            <a:r>
              <a:rPr lang="fr-FR"/>
              <a:t> des données des APIs).</a:t>
            </a:r>
          </a:p>
          <a:p>
            <a:r>
              <a:rPr lang="fr-FR"/>
              <a:t>       * Pourquoi ces outils ? Justifiez le choix de Flask, Gemini, etc.</a:t>
            </a:r>
          </a:p>
          <a:p>
            <a:r>
              <a:rPr lang="fr-FR"/>
              <a:t>       * Améliorations futures : Que feriez-vous avec plus de temps ? (ex: envoyer des emails, créer des événements, une application mobile, plus de</a:t>
            </a:r>
          </a:p>
          <a:p>
            <a:r>
              <a:rPr lang="fr-FR"/>
              <a:t>         services...).</a:t>
            </a:r>
          </a:p>
          <a:p>
            <a:r>
              <a:rPr lang="fr-FR"/>
              <a:t>       * Sécurité : Comment gérez-vous les données sensibles et les clés d'API (ex: variables d'environnement avec python-</a:t>
            </a:r>
            <a:r>
              <a:rPr lang="fr-FR" err="1"/>
              <a:t>dotenv</a:t>
            </a:r>
            <a:r>
              <a:rPr lang="fr-FR"/>
              <a:t>).</a:t>
            </a:r>
          </a:p>
          <a:p>
            <a:endParaRPr lang="fr-FR"/>
          </a:p>
          <a:p>
            <a:r>
              <a:rPr lang="fr-FR"/>
              <a:t>  Ce plan devrait vous donner une base solide et complète pour construire votre présentation. Bonne préparation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33B8BA-FDC2-960B-FFF2-2F1D828F8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C10F8-2AB9-4411-AF96-5790575B40B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4259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D8B9D-729B-BB13-982F-7120569D2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5DF140D-BAF3-0899-4749-3ADEC0556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54F0F2B-AAB3-4656-B642-D7B34B702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  4. Présentation Technique (Front/Back)</a:t>
            </a:r>
          </a:p>
          <a:p>
            <a:endParaRPr lang="fr-FR"/>
          </a:p>
          <a:p>
            <a:r>
              <a:rPr lang="fr-FR"/>
              <a:t>   * Architecture Globale : Schéma simple montrant : Navigateur (</a:t>
            </a:r>
            <a:r>
              <a:rPr lang="fr-FR" err="1"/>
              <a:t>Front-end</a:t>
            </a:r>
            <a:r>
              <a:rPr lang="fr-FR"/>
              <a:t>) &lt;-&gt; API Flask (</a:t>
            </a:r>
            <a:r>
              <a:rPr lang="fr-FR" err="1"/>
              <a:t>Back-end</a:t>
            </a:r>
            <a:r>
              <a:rPr lang="fr-FR"/>
              <a:t>) &lt;-&gt; APIs Externes (Google, </a:t>
            </a:r>
            <a:r>
              <a:rPr lang="fr-FR" err="1"/>
              <a:t>OpenWeather</a:t>
            </a:r>
            <a:r>
              <a:rPr lang="fr-FR"/>
              <a:t>) &amp; Gemini.</a:t>
            </a:r>
          </a:p>
          <a:p>
            <a:endParaRPr lang="fr-FR"/>
          </a:p>
          <a:p>
            <a:r>
              <a:rPr lang="fr-FR"/>
              <a:t>   * </a:t>
            </a:r>
            <a:r>
              <a:rPr lang="fr-FR" err="1"/>
              <a:t>Back-end</a:t>
            </a:r>
            <a:r>
              <a:rPr lang="fr-FR"/>
              <a:t> (Flask) :</a:t>
            </a:r>
          </a:p>
          <a:p>
            <a:r>
              <a:rPr lang="fr-FR"/>
              <a:t>       * `api.py` : Le cœur de l'application, qui définit les routes (</a:t>
            </a:r>
            <a:r>
              <a:rPr lang="fr-FR" err="1"/>
              <a:t>endpoints</a:t>
            </a:r>
            <a:r>
              <a:rPr lang="fr-FR"/>
              <a:t>) de l'API.</a:t>
            </a:r>
          </a:p>
          <a:p>
            <a:r>
              <a:rPr lang="fr-FR"/>
              <a:t>       * </a:t>
            </a:r>
            <a:r>
              <a:rPr lang="fr-FR" err="1"/>
              <a:t>Endpoints</a:t>
            </a:r>
            <a:r>
              <a:rPr lang="fr-FR"/>
              <a:t> principaux :</a:t>
            </a:r>
          </a:p>
          <a:p>
            <a:r>
              <a:rPr lang="fr-FR"/>
              <a:t>           * /login : Gère l'authentification </a:t>
            </a:r>
            <a:r>
              <a:rPr lang="fr-FR" err="1"/>
              <a:t>OAuth</a:t>
            </a:r>
            <a:r>
              <a:rPr lang="fr-FR"/>
              <a:t> avec Google.</a:t>
            </a:r>
          </a:p>
          <a:p>
            <a:r>
              <a:rPr lang="fr-FR"/>
              <a:t>           * /api/</a:t>
            </a:r>
            <a:r>
              <a:rPr lang="fr-FR" err="1"/>
              <a:t>chatbot</a:t>
            </a:r>
            <a:r>
              <a:rPr lang="fr-FR"/>
              <a:t> : Reçoit les messages de l'utilisateur, les envoie à Gemini, et retourne la réponse.</a:t>
            </a:r>
          </a:p>
          <a:p>
            <a:r>
              <a:rPr lang="fr-FR"/>
              <a:t>           * /api/</a:t>
            </a:r>
            <a:r>
              <a:rPr lang="fr-FR" err="1"/>
              <a:t>gmail</a:t>
            </a:r>
            <a:r>
              <a:rPr lang="fr-FR"/>
              <a:t>, /api/</a:t>
            </a:r>
            <a:r>
              <a:rPr lang="fr-FR" err="1"/>
              <a:t>calendar</a:t>
            </a:r>
            <a:r>
              <a:rPr lang="fr-FR"/>
              <a:t>, /api/</a:t>
            </a:r>
            <a:r>
              <a:rPr lang="fr-FR" err="1"/>
              <a:t>weather</a:t>
            </a:r>
            <a:r>
              <a:rPr lang="fr-FR"/>
              <a:t> : </a:t>
            </a:r>
            <a:r>
              <a:rPr lang="fr-FR" err="1"/>
              <a:t>Endpoints</a:t>
            </a:r>
            <a:r>
              <a:rPr lang="fr-FR"/>
              <a:t> spécifiques que le </a:t>
            </a:r>
            <a:r>
              <a:rPr lang="fr-FR" err="1"/>
              <a:t>chatbot</a:t>
            </a:r>
            <a:r>
              <a:rPr lang="fr-FR"/>
              <a:t> (ou directement le </a:t>
            </a:r>
            <a:r>
              <a:rPr lang="fr-FR" err="1"/>
              <a:t>front-end</a:t>
            </a:r>
            <a:r>
              <a:rPr lang="fr-FR"/>
              <a:t>) peut appeler pour récupérer des</a:t>
            </a:r>
          </a:p>
          <a:p>
            <a:r>
              <a:rPr lang="fr-FR"/>
              <a:t>             données formatées depuis les modules correspondants (Gmail_API.py, etc.).</a:t>
            </a:r>
          </a:p>
          <a:p>
            <a:r>
              <a:rPr lang="fr-FR"/>
              <a:t>       * Modularité : Expliquez que chaque service externe a son propre module (Calendar_API.py, Gmail_API.py, ...) pour une meilleure organisation et</a:t>
            </a:r>
          </a:p>
          <a:p>
            <a:r>
              <a:rPr lang="fr-FR"/>
              <a:t>         maintenabilité.</a:t>
            </a:r>
          </a:p>
          <a:p>
            <a:endParaRPr lang="fr-FR"/>
          </a:p>
          <a:p>
            <a:r>
              <a:rPr lang="fr-FR"/>
              <a:t>   * </a:t>
            </a:r>
            <a:r>
              <a:rPr lang="fr-FR" err="1"/>
              <a:t>Front-end</a:t>
            </a:r>
            <a:r>
              <a:rPr lang="fr-FR"/>
              <a:t> (HTML, CSS, JS) :</a:t>
            </a:r>
          </a:p>
          <a:p>
            <a:r>
              <a:rPr lang="fr-FR"/>
              <a:t>       * Structure : Une application </a:t>
            </a:r>
            <a:r>
              <a:rPr lang="fr-FR" err="1"/>
              <a:t>multi-pages</a:t>
            </a:r>
            <a:r>
              <a:rPr lang="fr-FR"/>
              <a:t> (index.html pour la connexion, messages.html, calendar.html pour les vues dédiées).</a:t>
            </a:r>
          </a:p>
          <a:p>
            <a:r>
              <a:rPr lang="fr-FR"/>
              <a:t>       * `script.js` : Le moteur du </a:t>
            </a:r>
            <a:r>
              <a:rPr lang="fr-FR" err="1"/>
              <a:t>front-end</a:t>
            </a:r>
            <a:r>
              <a:rPr lang="fr-FR"/>
              <a:t>.</a:t>
            </a:r>
          </a:p>
          <a:p>
            <a:r>
              <a:rPr lang="fr-FR"/>
              <a:t>           * Il gère l'interaction avec l'utilisateur (ex: envoi du message du </a:t>
            </a:r>
            <a:r>
              <a:rPr lang="fr-FR" err="1"/>
              <a:t>chatbot</a:t>
            </a:r>
            <a:r>
              <a:rPr lang="fr-FR"/>
              <a:t>).</a:t>
            </a:r>
          </a:p>
          <a:p>
            <a:r>
              <a:rPr lang="fr-FR"/>
              <a:t>           * Il effectue des appels </a:t>
            </a:r>
            <a:r>
              <a:rPr lang="fr-FR" err="1"/>
              <a:t>fetch</a:t>
            </a:r>
            <a:r>
              <a:rPr lang="fr-FR"/>
              <a:t>() à votre API Flask pour envoyer des données et en recevoir.</a:t>
            </a:r>
          </a:p>
          <a:p>
            <a:r>
              <a:rPr lang="fr-FR"/>
              <a:t>           * Il met à jour dynamiquement le contenu des pages (le DOM) sans avoir à recharger la page entièrement.</a:t>
            </a:r>
          </a:p>
          <a:p>
            <a:r>
              <a:rPr lang="fr-FR"/>
              <a:t>       * `style.css` : Responsable de l'aspect visuel pour une expérience utilisateur agréable et intuitive.</a:t>
            </a:r>
          </a:p>
          <a:p>
            <a:endParaRPr lang="fr-FR"/>
          </a:p>
          <a:p>
            <a:r>
              <a:rPr lang="fr-FR"/>
              <a:t>  5. Démonstration (Scénario)</a:t>
            </a:r>
          </a:p>
          <a:p>
            <a:endParaRPr lang="fr-FR"/>
          </a:p>
          <a:p>
            <a:r>
              <a:rPr lang="fr-FR"/>
              <a:t>  Suivez un parcours utilisateur logique :</a:t>
            </a:r>
          </a:p>
          <a:p>
            <a:endParaRPr lang="fr-FR"/>
          </a:p>
          <a:p>
            <a:r>
              <a:rPr lang="fr-FR"/>
              <a:t>   1. Connexion : Montrez la page index.html et passez par le processus de connexion Google.</a:t>
            </a:r>
          </a:p>
          <a:p>
            <a:r>
              <a:rPr lang="fr-FR"/>
              <a:t>   2. Interface Principale : Une fois connecté, montrez le </a:t>
            </a:r>
            <a:r>
              <a:rPr lang="fr-FR" err="1"/>
              <a:t>dashboard</a:t>
            </a:r>
            <a:r>
              <a:rPr lang="fr-FR"/>
              <a:t> principal.</a:t>
            </a:r>
          </a:p>
          <a:p>
            <a:r>
              <a:rPr lang="fr-FR"/>
              <a:t>   3. Interaction avec le </a:t>
            </a:r>
            <a:r>
              <a:rPr lang="fr-FR" err="1"/>
              <a:t>Chatbot</a:t>
            </a:r>
            <a:r>
              <a:rPr lang="fr-FR"/>
              <a:t> :</a:t>
            </a:r>
          </a:p>
          <a:p>
            <a:r>
              <a:rPr lang="fr-FR"/>
              <a:t>       * Météo : "Quel temps fait-il à Paris ?" -&gt; Le </a:t>
            </a:r>
            <a:r>
              <a:rPr lang="fr-FR" err="1"/>
              <a:t>chatbot</a:t>
            </a:r>
            <a:r>
              <a:rPr lang="fr-FR"/>
              <a:t> appelle l'API </a:t>
            </a:r>
            <a:r>
              <a:rPr lang="fr-FR" err="1"/>
              <a:t>OpenWeather</a:t>
            </a:r>
            <a:r>
              <a:rPr lang="fr-FR"/>
              <a:t>.</a:t>
            </a:r>
          </a:p>
          <a:p>
            <a:r>
              <a:rPr lang="fr-FR"/>
              <a:t>       * Calendrier : "Qu'ai-je de prévu aujourd'hui ?" -&gt; Le </a:t>
            </a:r>
            <a:r>
              <a:rPr lang="fr-FR" err="1"/>
              <a:t>chatbot</a:t>
            </a:r>
            <a:r>
              <a:rPr lang="fr-FR"/>
              <a:t> appelle l'API Google </a:t>
            </a:r>
            <a:r>
              <a:rPr lang="fr-FR" err="1"/>
              <a:t>Calendar</a:t>
            </a:r>
            <a:r>
              <a:rPr lang="fr-FR"/>
              <a:t>.</a:t>
            </a:r>
          </a:p>
          <a:p>
            <a:r>
              <a:rPr lang="fr-FR"/>
              <a:t>       * Emails : "Montre-moi mes derniers emails." -&gt; Le </a:t>
            </a:r>
            <a:r>
              <a:rPr lang="fr-FR" err="1"/>
              <a:t>chatbot</a:t>
            </a:r>
            <a:r>
              <a:rPr lang="fr-FR"/>
              <a:t> appelle l'API Gmail.</a:t>
            </a:r>
          </a:p>
          <a:p>
            <a:r>
              <a:rPr lang="fr-FR"/>
              <a:t>   4. Navigation : Cliquez sur les liens "Calendrier" ou "Messages" pour montrer les pages dédiées (calendar.html, messages.html) qui affichent les</a:t>
            </a:r>
          </a:p>
          <a:p>
            <a:r>
              <a:rPr lang="fr-FR"/>
              <a:t>      informations de manière plus détaillée.</a:t>
            </a:r>
          </a:p>
          <a:p>
            <a:r>
              <a:rPr lang="fr-FR"/>
              <a:t>   5. Paramètres : Montrez la page settings.html, même si elle est simple, pour montrer que vous avez pensé à la structure complète.</a:t>
            </a:r>
          </a:p>
          <a:p>
            <a:endParaRPr lang="fr-FR"/>
          </a:p>
          <a:p>
            <a:r>
              <a:rPr lang="fr-FR"/>
              <a:t>  6. Questions</a:t>
            </a:r>
          </a:p>
          <a:p>
            <a:endParaRPr lang="fr-FR"/>
          </a:p>
          <a:p>
            <a:r>
              <a:rPr lang="fr-FR"/>
              <a:t>   * Préparez-vous à des questions sur :</a:t>
            </a:r>
          </a:p>
          <a:p>
            <a:r>
              <a:rPr lang="fr-FR"/>
              <a:t>       * Les défis techniques : Le plus grand obstacle que vous avez rencontré (ex: gestion de l'authentification </a:t>
            </a:r>
            <a:r>
              <a:rPr lang="fr-FR" err="1"/>
              <a:t>OAuth</a:t>
            </a:r>
            <a:r>
              <a:rPr lang="fr-FR"/>
              <a:t>, </a:t>
            </a:r>
            <a:r>
              <a:rPr lang="fr-FR" err="1"/>
              <a:t>parsing</a:t>
            </a:r>
            <a:r>
              <a:rPr lang="fr-FR"/>
              <a:t> des données des APIs).</a:t>
            </a:r>
          </a:p>
          <a:p>
            <a:r>
              <a:rPr lang="fr-FR"/>
              <a:t>       * Pourquoi ces outils ? Justifiez le choix de Flask, Gemini, etc.</a:t>
            </a:r>
          </a:p>
          <a:p>
            <a:r>
              <a:rPr lang="fr-FR"/>
              <a:t>       * Améliorations futures : Que feriez-vous avec plus de temps ? (ex: envoyer des emails, créer des événements, une application mobile, plus de</a:t>
            </a:r>
          </a:p>
          <a:p>
            <a:r>
              <a:rPr lang="fr-FR"/>
              <a:t>         services...).</a:t>
            </a:r>
          </a:p>
          <a:p>
            <a:r>
              <a:rPr lang="fr-FR"/>
              <a:t>       * Sécurité : Comment gérez-vous les données sensibles et les clés d'API (ex: variables d'environnement avec python-</a:t>
            </a:r>
            <a:r>
              <a:rPr lang="fr-FR" err="1"/>
              <a:t>dotenv</a:t>
            </a:r>
            <a:r>
              <a:rPr lang="fr-FR"/>
              <a:t>).</a:t>
            </a:r>
          </a:p>
          <a:p>
            <a:endParaRPr lang="fr-FR"/>
          </a:p>
          <a:p>
            <a:r>
              <a:rPr lang="fr-FR"/>
              <a:t>  Ce plan devrait vous donner une base solide et complète pour construire votre présentation. Bonne préparation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4A5550-0998-79AC-211A-1D8572F35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C10F8-2AB9-4411-AF96-5790575B40B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885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1A6F78-BD46-D087-58A9-069BA19E5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6A03EEF-6931-4821-24CF-BAF98F457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AC96CE-626D-7F01-7216-E3E6B0986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2BD3-071F-4166-987D-2A486674DD3E}" type="datetime1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A15B3D-8B33-A037-AC77-947DFEF9F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64D4E9-4251-B8F1-5BB4-1067F2154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1901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B47EAC-1FE7-7D55-7843-5DA85C4DF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B4361E-FC4B-72AD-DF98-D3027BE84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AA425F-378E-E8DB-DAD6-89D99375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8370D-2BB8-468E-93AC-4D4D13958D64}" type="datetime1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BC5696-F16A-4D0C-1A03-054AF762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F0F432-41BF-E897-8C55-53570B053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0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F2C5C7-4852-8F0C-8BD9-6D718B8E3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C40A94-5889-2471-9BBC-FC5EC046C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CA7AEC-4155-6370-5940-C905A485F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BDEF-7C17-414B-BE62-4C2196AD1CFA}" type="datetime1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C47AA9-9370-DCC9-C35C-E7A4CEE60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E68C7D-C8E4-7251-2E00-FF2BFC49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696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78BBB4-7E61-7172-58B9-3288A21F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25873C-1362-CCE3-BA04-8FF3F3951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0943398-75BD-0AA2-EB83-1192903DE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07FB38-AF5D-AA6C-A7E0-ED6FCEA5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0236-A96C-453D-B2D3-9718D4FC6B0F}" type="datetime1">
              <a:rPr lang="fr-FR" smtClean="0"/>
              <a:t>03/11/2025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8CE7E2-2B06-DB7B-9EEE-9709FDDD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6D4C5F-D666-1721-16B8-DD05188D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38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9228CB-DD6A-2C30-9816-E95E4B278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709A4C-66C5-0479-679B-D95D6835F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417B373-2F8F-7C16-8641-90788D7EA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1E2922C-E6DA-4FF5-F8C2-28DEAEB9D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9FEAE5D-ECFA-7A7D-BCC4-7507BFC2DB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4770DA9-E674-9FE7-9043-D48518156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81707-FFEF-4B3F-9DCB-5653326D4ECC}" type="datetime1">
              <a:rPr lang="fr-FR" smtClean="0"/>
              <a:t>03/11/2025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64B98C9-6040-0023-41EA-F383D7D9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0282AD4-5180-8AC1-AD76-4C5D8205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777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BD4BE3-6A5B-5B95-A781-9A4A6B5E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B43AFC-2B76-810B-69D8-0C7498EB6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106F-1630-40A8-9757-7C32E0297798}" type="datetime1">
              <a:rPr lang="fr-FR" smtClean="0"/>
              <a:t>03/11/2025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BCBAE14-66A0-9B45-5246-AC831C5A7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C9EBD1-C936-B71A-D432-742A8CBB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8869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BED850C-0D2E-FDE0-D6A9-9FC488F7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57E1-9FB1-4B19-ABC8-8EF7322C476D}" type="datetime1">
              <a:rPr lang="fr-FR" smtClean="0"/>
              <a:t>03/11/2025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BBA2243-5C62-B8FF-98BD-76C321D8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53D724-C23F-AF87-88F9-CF8EBF03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3449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2EFC5F-7539-6FC5-3C50-D94E618F1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75A25C-237C-BF24-23CB-E3497AA73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A46C7B-0952-71B2-C93D-718E5AAD1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123109-5B19-14B0-6A85-B4318EE5C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7C24-8F30-4A39-AA7A-A0E9E199EC7C}" type="datetime1">
              <a:rPr lang="fr-FR" smtClean="0"/>
              <a:t>03/11/2025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119C3C-CD87-1515-10E8-1FA9FE42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2C495F-8FE4-0024-AEB4-3D8B366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269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A7C7FC-9F6F-3073-593C-D980ADD89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EE63045-050E-8030-0BD9-DC8460AB1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7D9838-1360-5819-ECB1-4811DF0BE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A2569F-5EF1-0A36-570D-3BBC81A59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B545-F66F-4E7F-931A-5DDA776400E8}" type="datetime1">
              <a:rPr lang="fr-FR" smtClean="0"/>
              <a:t>03/11/2025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4B0764-334B-99DF-88B2-AE1315B0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F5B34F8-A3E8-140F-DACB-B1DB4B44F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2878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B4886D-897D-DCD9-3D8F-CE3D10219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7DF8F73-63AB-3F8A-B8B7-79F9A5678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0C168B-980E-A851-13AB-F6AF8ADFF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3B1A-1676-43CA-9452-3D1F713855DA}" type="datetime1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C9B1D9-4EC3-F1D2-E1AC-B3A40F62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E5EE3B-22F7-F6ED-433D-7BA70E24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1139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30E5A4A-BB2E-0098-8993-B501F298F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668944F-9FDC-0918-AFB7-32833C6D4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A7C728-326B-52EA-21E4-CAE4CE66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434E6-CF95-4E44-BE9A-818A2462C749}" type="datetime1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58EB78-45C4-10E7-5F77-BB54127F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8A5B8F-7521-32C1-624E-5EC990ADB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962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E8BDAD1-19B6-7695-126B-A20250A7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5044CB-785A-5731-A191-2064865FD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BF735A-C399-E3A2-E4BF-8FFEF49FA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639BF-05B2-4278-8A78-605C679E2C50}" type="datetime1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9F1081-387A-9E28-68B8-9A40714B7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D7A810-1472-A719-42A4-22B8D4694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C7A0E9-083F-4BEF-BB9D-6AA31B796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571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jpe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jpe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image" Target="../media/image17.png"/><Relationship Id="rId10" Type="http://schemas.openxmlformats.org/officeDocument/2006/relationships/image" Target="../media/image2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87A117-B7B6-3279-8B7C-C999502E7232}"/>
              </a:ext>
            </a:extLst>
          </p:cNvPr>
          <p:cNvSpPr/>
          <p:nvPr/>
        </p:nvSpPr>
        <p:spPr>
          <a:xfrm>
            <a:off x="-114300" y="-104775"/>
            <a:ext cx="12430125" cy="7048500"/>
          </a:xfrm>
          <a:prstGeom prst="rect">
            <a:avLst/>
          </a:prstGeom>
          <a:gradFill flip="none" rotWithShape="1">
            <a:gsLst>
              <a:gs pos="14000">
                <a:schemeClr val="accent1">
                  <a:lumMod val="5000"/>
                  <a:lumOff val="95000"/>
                </a:schemeClr>
              </a:gs>
              <a:gs pos="61000">
                <a:srgbClr val="A8AFC6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3E2E86-8DEB-0DE9-F2A8-2CBB84804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330347"/>
            <a:ext cx="9144000" cy="2387600"/>
          </a:xfrm>
        </p:spPr>
        <p:txBody>
          <a:bodyPr>
            <a:normAutofit/>
          </a:bodyPr>
          <a:lstStyle/>
          <a:p>
            <a:r>
              <a:rPr lang="fr-FR" sz="8000" b="1">
                <a:solidFill>
                  <a:srgbClr val="283443"/>
                </a:solidFill>
                <a:latin typeface="Agency FB" panose="020B0503020202020204" pitchFamily="34" charset="0"/>
              </a:rPr>
              <a:t>Majordome Bieber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15180BE-5C80-6D5A-6DDD-B4561DA24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61597"/>
            <a:ext cx="9144000" cy="1655762"/>
          </a:xfrm>
        </p:spPr>
        <p:txBody>
          <a:bodyPr>
            <a:normAutofit/>
          </a:bodyPr>
          <a:lstStyle/>
          <a:p>
            <a:r>
              <a:rPr lang="fr-FR" sz="2800" b="1">
                <a:solidFill>
                  <a:srgbClr val="575F7E"/>
                </a:solidFill>
                <a:latin typeface="Agency FB" panose="020B0503020202020204" pitchFamily="34" charset="0"/>
              </a:rPr>
              <a:t>Votre assistant personnel intelligent et centralisé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81567F4-BC0D-60E4-B077-991E28CA3E24}"/>
              </a:ext>
            </a:extLst>
          </p:cNvPr>
          <p:cNvSpPr/>
          <p:nvPr/>
        </p:nvSpPr>
        <p:spPr>
          <a:xfrm>
            <a:off x="4667250" y="755889"/>
            <a:ext cx="2505075" cy="2505075"/>
          </a:xfrm>
          <a:prstGeom prst="ellipse">
            <a:avLst/>
          </a:prstGeom>
          <a:solidFill>
            <a:srgbClr val="8C94B4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FAFA19A-5459-1C1A-52B0-3F1A42931C99}"/>
              </a:ext>
            </a:extLst>
          </p:cNvPr>
          <p:cNvSpPr txBox="1"/>
          <p:nvPr/>
        </p:nvSpPr>
        <p:spPr>
          <a:xfrm>
            <a:off x="4981574" y="1115874"/>
            <a:ext cx="187642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0">
                <a:solidFill>
                  <a:schemeClr val="bg1"/>
                </a:solidFill>
                <a:latin typeface="Modern No. 20" panose="02070704070505020303" pitchFamily="18" charset="0"/>
                <a:cs typeface="Lao UI" panose="020F0502020204030204" pitchFamily="34" charset="0"/>
              </a:rPr>
              <a:t>JB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F12422C-2096-03FC-C6A6-BCD74240732C}"/>
              </a:ext>
            </a:extLst>
          </p:cNvPr>
          <p:cNvSpPr txBox="1"/>
          <p:nvPr/>
        </p:nvSpPr>
        <p:spPr>
          <a:xfrm>
            <a:off x="2051843" y="6560980"/>
            <a:ext cx="8088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>
                <a:solidFill>
                  <a:srgbClr val="283443"/>
                </a:solidFill>
              </a:rPr>
              <a:t>GRAVIER Camille – MONS—</a:t>
            </a:r>
            <a:r>
              <a:rPr lang="fr-FR" err="1">
                <a:solidFill>
                  <a:srgbClr val="283443"/>
                </a:solidFill>
              </a:rPr>
              <a:t>Gouillaud</a:t>
            </a:r>
            <a:r>
              <a:rPr lang="fr-FR">
                <a:solidFill>
                  <a:srgbClr val="283443"/>
                </a:solidFill>
              </a:rPr>
              <a:t> Margault – DORS Sébastien </a:t>
            </a:r>
          </a:p>
        </p:txBody>
      </p:sp>
      <p:pic>
        <p:nvPicPr>
          <p:cNvPr id="11" name="Image 10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D55B99E4-880E-CB30-16F0-DB0FB7B80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5348" y="5839"/>
            <a:ext cx="937574" cy="860664"/>
          </a:xfrm>
          <a:prstGeom prst="rect">
            <a:avLst/>
          </a:prstGeom>
        </p:spPr>
      </p:pic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75CDA9C9-8D2A-3877-B91C-65B8412E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24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FD1C6-151C-DB71-EECC-7BC5018F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6600E4-0F54-851F-7313-DF9CC24651F0}"/>
              </a:ext>
            </a:extLst>
          </p:cNvPr>
          <p:cNvSpPr/>
          <p:nvPr/>
        </p:nvSpPr>
        <p:spPr>
          <a:xfrm>
            <a:off x="-119064" y="0"/>
            <a:ext cx="12430125" cy="7048500"/>
          </a:xfrm>
          <a:prstGeom prst="rect">
            <a:avLst/>
          </a:prstGeom>
          <a:gradFill flip="none" rotWithShape="1">
            <a:gsLst>
              <a:gs pos="14000">
                <a:schemeClr val="accent1">
                  <a:lumMod val="5000"/>
                  <a:lumOff val="95000"/>
                </a:schemeClr>
              </a:gs>
              <a:gs pos="61000">
                <a:srgbClr val="A8AFC6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E54722-07B7-F778-16B6-A51DC74B8743}"/>
              </a:ext>
            </a:extLst>
          </p:cNvPr>
          <p:cNvSpPr txBox="1"/>
          <p:nvPr/>
        </p:nvSpPr>
        <p:spPr>
          <a:xfrm>
            <a:off x="2051843" y="6560980"/>
            <a:ext cx="8088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>
                <a:solidFill>
                  <a:srgbClr val="283443"/>
                </a:solidFill>
              </a:rPr>
              <a:t>GRAVIER Camille – MONS—</a:t>
            </a:r>
            <a:r>
              <a:rPr lang="fr-FR" err="1">
                <a:solidFill>
                  <a:srgbClr val="283443"/>
                </a:solidFill>
              </a:rPr>
              <a:t>Gouillaud</a:t>
            </a:r>
            <a:r>
              <a:rPr lang="fr-FR">
                <a:solidFill>
                  <a:srgbClr val="283443"/>
                </a:solidFill>
              </a:rPr>
              <a:t> Margault – DORS Sébastien 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699FD820-88DA-1956-BA69-D5C97309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2</a:t>
            </a:fld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383ED346-8C1D-8047-BA31-4C73F497A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4854" y="49535"/>
            <a:ext cx="7402287" cy="1554176"/>
          </a:xfrm>
        </p:spPr>
        <p:txBody>
          <a:bodyPr>
            <a:normAutofit/>
          </a:bodyPr>
          <a:lstStyle/>
          <a:p>
            <a:r>
              <a:rPr lang="fr-FR" sz="8800" b="1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Sommaire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BC5B1645-9AEE-2496-A6CC-95755F838111}"/>
              </a:ext>
            </a:extLst>
          </p:cNvPr>
          <p:cNvGrpSpPr/>
          <p:nvPr/>
        </p:nvGrpSpPr>
        <p:grpSpPr>
          <a:xfrm>
            <a:off x="57663" y="2525479"/>
            <a:ext cx="2284639" cy="2699659"/>
            <a:chOff x="57663" y="2525479"/>
            <a:chExt cx="2284639" cy="2699659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EF48ADAF-1C94-FCD2-F35C-ADBD21D98598}"/>
                </a:ext>
              </a:extLst>
            </p:cNvPr>
            <p:cNvGrpSpPr/>
            <p:nvPr/>
          </p:nvGrpSpPr>
          <p:grpSpPr>
            <a:xfrm>
              <a:off x="57663" y="2525479"/>
              <a:ext cx="2284639" cy="2699659"/>
              <a:chOff x="57663" y="2525479"/>
              <a:chExt cx="2284639" cy="2699659"/>
            </a:xfrm>
          </p:grpSpPr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DFCDA1DC-A2BD-125F-836D-F717A3C89548}"/>
                  </a:ext>
                </a:extLst>
              </p:cNvPr>
              <p:cNvSpPr/>
              <p:nvPr/>
            </p:nvSpPr>
            <p:spPr>
              <a:xfrm>
                <a:off x="57663" y="2525479"/>
                <a:ext cx="2284639" cy="269965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0" dist="63500" dir="13500000" algn="br" rotWithShape="0">
                  <a:schemeClr val="bg1">
                    <a:lumMod val="85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4" name="Graphique 13" descr="Utilisateurs contour">
                <a:extLst>
                  <a:ext uri="{FF2B5EF4-FFF2-40B4-BE49-F238E27FC236}">
                    <a16:creationId xmlns:a16="http://schemas.microsoft.com/office/drawing/2014/main" id="{AF4B9667-80B3-CF32-8AF4-5138A31C0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42782" y="3080568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D8368920-9A19-4AE0-9118-5A913D497FA7}"/>
                </a:ext>
              </a:extLst>
            </p:cNvPr>
            <p:cNvSpPr txBox="1"/>
            <p:nvPr/>
          </p:nvSpPr>
          <p:spPr>
            <a:xfrm>
              <a:off x="213099" y="3945116"/>
              <a:ext cx="19737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>
                  <a:solidFill>
                    <a:srgbClr val="34495E"/>
                  </a:solidFill>
                </a:rPr>
                <a:t>EQUIPE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44A8F60F-62E8-FC31-216C-234C4FDEE6CC}"/>
              </a:ext>
            </a:extLst>
          </p:cNvPr>
          <p:cNvGrpSpPr/>
          <p:nvPr/>
        </p:nvGrpSpPr>
        <p:grpSpPr>
          <a:xfrm>
            <a:off x="2505672" y="2525478"/>
            <a:ext cx="2284639" cy="2699659"/>
            <a:chOff x="2505672" y="2525478"/>
            <a:chExt cx="2284639" cy="2699659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EFD355C0-A1EA-C4A5-9C7D-9ABCDA4C4015}"/>
                </a:ext>
              </a:extLst>
            </p:cNvPr>
            <p:cNvSpPr/>
            <p:nvPr/>
          </p:nvSpPr>
          <p:spPr>
            <a:xfrm>
              <a:off x="2505672" y="2525478"/>
              <a:ext cx="2284639" cy="269965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50800" dir="13500000" algn="br" rotWithShape="0">
                <a:schemeClr val="bg1">
                  <a:lumMod val="85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6DE48271-B1CE-8C9D-A2FF-80A1145B4127}"/>
                </a:ext>
              </a:extLst>
            </p:cNvPr>
            <p:cNvGrpSpPr/>
            <p:nvPr/>
          </p:nvGrpSpPr>
          <p:grpSpPr>
            <a:xfrm>
              <a:off x="2661108" y="3027916"/>
              <a:ext cx="1973766" cy="1336384"/>
              <a:chOff x="2661108" y="3027916"/>
              <a:chExt cx="1973766" cy="1336384"/>
            </a:xfrm>
          </p:grpSpPr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A4FE8866-0817-3281-D5A0-9FA9C7E11E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prstClr val="black"/>
                  <a:srgbClr val="34495E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3190752" y="3027916"/>
                <a:ext cx="914479" cy="914479"/>
              </a:xfrm>
              <a:prstGeom prst="rect">
                <a:avLst/>
              </a:prstGeom>
              <a:effectLst/>
            </p:spPr>
          </p:pic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A6C12A1C-A951-8767-AB59-6FC4B2C33B6F}"/>
                  </a:ext>
                </a:extLst>
              </p:cNvPr>
              <p:cNvSpPr txBox="1"/>
              <p:nvPr/>
            </p:nvSpPr>
            <p:spPr>
              <a:xfrm>
                <a:off x="2661108" y="3994968"/>
                <a:ext cx="19737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b="1">
                    <a:solidFill>
                      <a:srgbClr val="34495E"/>
                    </a:solidFill>
                  </a:rPr>
                  <a:t>PROJET</a:t>
                </a:r>
              </a:p>
            </p:txBody>
          </p:sp>
        </p:grp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C720161E-80AC-3B76-AC6F-502699617AD2}"/>
              </a:ext>
            </a:extLst>
          </p:cNvPr>
          <p:cNvGrpSpPr/>
          <p:nvPr/>
        </p:nvGrpSpPr>
        <p:grpSpPr>
          <a:xfrm>
            <a:off x="4953681" y="2525478"/>
            <a:ext cx="2284639" cy="2699659"/>
            <a:chOff x="4953681" y="2525478"/>
            <a:chExt cx="2284639" cy="2699659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CFB88580-FCF6-E85D-0DE8-B205BE3E736C}"/>
                </a:ext>
              </a:extLst>
            </p:cNvPr>
            <p:cNvSpPr/>
            <p:nvPr/>
          </p:nvSpPr>
          <p:spPr>
            <a:xfrm>
              <a:off x="4953681" y="2525478"/>
              <a:ext cx="2284639" cy="269965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50800" dir="13500000" algn="br" rotWithShape="0">
                <a:schemeClr val="bg1">
                  <a:lumMod val="85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0" name="Graphique 19" descr="Robot contour">
              <a:extLst>
                <a:ext uri="{FF2B5EF4-FFF2-40B4-BE49-F238E27FC236}">
                  <a16:creationId xmlns:a16="http://schemas.microsoft.com/office/drawing/2014/main" id="{DF580352-BA35-FE67-CA6B-1746BF620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800" y="2971800"/>
              <a:ext cx="914400" cy="914400"/>
            </a:xfrm>
            <a:prstGeom prst="rect">
              <a:avLst/>
            </a:prstGeom>
          </p:spPr>
        </p:pic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55485C64-2578-F1E0-D910-7FA5B94ACEC3}"/>
                </a:ext>
              </a:extLst>
            </p:cNvPr>
            <p:cNvSpPr txBox="1"/>
            <p:nvPr/>
          </p:nvSpPr>
          <p:spPr>
            <a:xfrm>
              <a:off x="5109117" y="3989643"/>
              <a:ext cx="19737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>
                  <a:solidFill>
                    <a:srgbClr val="34495E"/>
                  </a:solidFill>
                </a:rPr>
                <a:t>OUTILS UTILISES</a:t>
              </a: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DE32AD84-CC93-9680-95A6-441BF236961A}"/>
              </a:ext>
            </a:extLst>
          </p:cNvPr>
          <p:cNvGrpSpPr/>
          <p:nvPr/>
        </p:nvGrpSpPr>
        <p:grpSpPr>
          <a:xfrm>
            <a:off x="7423460" y="2525478"/>
            <a:ext cx="2284639" cy="2699659"/>
            <a:chOff x="7423460" y="2525478"/>
            <a:chExt cx="2284639" cy="2699659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33325AC8-A523-1064-3D71-D9F158659ED9}"/>
                </a:ext>
              </a:extLst>
            </p:cNvPr>
            <p:cNvSpPr/>
            <p:nvPr/>
          </p:nvSpPr>
          <p:spPr>
            <a:xfrm>
              <a:off x="7423460" y="2525478"/>
              <a:ext cx="2284639" cy="269965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50800" dir="13500000" algn="br" rotWithShape="0">
                <a:schemeClr val="bg1">
                  <a:lumMod val="85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Graphique 26" descr="Enseignant contour">
              <a:extLst>
                <a:ext uri="{FF2B5EF4-FFF2-40B4-BE49-F238E27FC236}">
                  <a16:creationId xmlns:a16="http://schemas.microsoft.com/office/drawing/2014/main" id="{591912FE-3DD3-9049-AE58-5882CEB23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108579" y="3025195"/>
              <a:ext cx="914400" cy="914400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D4239AE4-D1F6-0F16-53C4-7AEDD643A1CD}"/>
                </a:ext>
              </a:extLst>
            </p:cNvPr>
            <p:cNvSpPr txBox="1"/>
            <p:nvPr/>
          </p:nvSpPr>
          <p:spPr>
            <a:xfrm>
              <a:off x="7623717" y="3989643"/>
              <a:ext cx="19737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>
                  <a:solidFill>
                    <a:srgbClr val="34495E"/>
                  </a:solidFill>
                </a:rPr>
                <a:t>PRESENTATION</a:t>
              </a: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C5477C20-56FD-C909-5DBB-07A1BDDE85C3}"/>
              </a:ext>
            </a:extLst>
          </p:cNvPr>
          <p:cNvGrpSpPr/>
          <p:nvPr/>
        </p:nvGrpSpPr>
        <p:grpSpPr>
          <a:xfrm>
            <a:off x="9849698" y="2525478"/>
            <a:ext cx="2284639" cy="2699659"/>
            <a:chOff x="9849698" y="2525478"/>
            <a:chExt cx="2284639" cy="2699659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1232E31B-1D2B-1418-F40E-256461F4B517}"/>
                </a:ext>
              </a:extLst>
            </p:cNvPr>
            <p:cNvSpPr/>
            <p:nvPr/>
          </p:nvSpPr>
          <p:spPr>
            <a:xfrm>
              <a:off x="9849698" y="2525478"/>
              <a:ext cx="2284639" cy="269965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50800" dir="13500000" algn="br" rotWithShape="0">
                <a:schemeClr val="bg1">
                  <a:lumMod val="85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2" name="Graphique 31" descr="Écran contour">
              <a:extLst>
                <a:ext uri="{FF2B5EF4-FFF2-40B4-BE49-F238E27FC236}">
                  <a16:creationId xmlns:a16="http://schemas.microsoft.com/office/drawing/2014/main" id="{B2934E62-7853-8930-BB72-0C4FE9BD3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534817" y="2971800"/>
              <a:ext cx="914400" cy="914400"/>
            </a:xfrm>
            <a:prstGeom prst="rect">
              <a:avLst/>
            </a:prstGeom>
          </p:spPr>
        </p:pic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047B21AB-996F-011D-C26F-E4C9889F4983}"/>
                </a:ext>
              </a:extLst>
            </p:cNvPr>
            <p:cNvSpPr txBox="1"/>
            <p:nvPr/>
          </p:nvSpPr>
          <p:spPr>
            <a:xfrm>
              <a:off x="10005135" y="3989643"/>
              <a:ext cx="197376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700" b="1">
                  <a:solidFill>
                    <a:srgbClr val="34495E"/>
                  </a:solidFill>
                </a:rPr>
                <a:t>DEMONSTRATION</a:t>
              </a:r>
            </a:p>
          </p:txBody>
        </p:sp>
      </p:grpSp>
      <p:pic>
        <p:nvPicPr>
          <p:cNvPr id="3" name="Image 2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F3AF8F73-F262-E847-8FCE-330F4CF3A9A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5348" y="5839"/>
            <a:ext cx="937574" cy="86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6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75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375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75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375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75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375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75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375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AF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8B1DCCE1-CBBC-73BE-61BB-6B3197F46EB4}"/>
              </a:ext>
            </a:extLst>
          </p:cNvPr>
          <p:cNvSpPr/>
          <p:nvPr/>
        </p:nvSpPr>
        <p:spPr>
          <a:xfrm>
            <a:off x="838200" y="1562100"/>
            <a:ext cx="10515600" cy="2912130"/>
          </a:xfrm>
          <a:prstGeom prst="roundRect">
            <a:avLst/>
          </a:prstGeom>
          <a:solidFill>
            <a:srgbClr val="DBDBDE"/>
          </a:solidFill>
          <a:ln>
            <a:solidFill>
              <a:schemeClr val="bg1">
                <a:alpha val="40000"/>
              </a:schemeClr>
            </a:solidFill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8377E35-429F-A216-8839-983F824AA27D}"/>
              </a:ext>
            </a:extLst>
          </p:cNvPr>
          <p:cNvSpPr/>
          <p:nvPr/>
        </p:nvSpPr>
        <p:spPr>
          <a:xfrm>
            <a:off x="838200" y="4474230"/>
            <a:ext cx="10515600" cy="646331"/>
          </a:xfrm>
          <a:prstGeom prst="roundRect">
            <a:avLst/>
          </a:prstGeom>
          <a:solidFill>
            <a:srgbClr val="34495E"/>
          </a:solidFill>
          <a:ln>
            <a:solidFill>
              <a:schemeClr val="bg1">
                <a:alpha val="40000"/>
              </a:schemeClr>
            </a:solidFill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E72277FF-A564-6BCD-9372-66CF2E29BCAB}"/>
              </a:ext>
            </a:extLst>
          </p:cNvPr>
          <p:cNvSpPr/>
          <p:nvPr/>
        </p:nvSpPr>
        <p:spPr>
          <a:xfrm>
            <a:off x="838200" y="5111972"/>
            <a:ext cx="10515600" cy="646331"/>
          </a:xfrm>
          <a:prstGeom prst="roundRect">
            <a:avLst/>
          </a:prstGeom>
          <a:solidFill>
            <a:srgbClr val="283443"/>
          </a:solidFill>
          <a:ln>
            <a:solidFill>
              <a:schemeClr val="bg1">
                <a:alpha val="40000"/>
              </a:schemeClr>
            </a:solidFill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1F446A-CAE3-13A5-8FDA-5D1D4767D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600">
                <a:solidFill>
                  <a:srgbClr val="34495E"/>
                </a:solidFill>
                <a:latin typeface="Agency FB" panose="020B0503020202020204" pitchFamily="34" charset="0"/>
              </a:rPr>
              <a:t>Equipe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2EB3A67-629F-6222-48B0-6FC25805AD4B}"/>
              </a:ext>
            </a:extLst>
          </p:cNvPr>
          <p:cNvSpPr txBox="1"/>
          <p:nvPr/>
        </p:nvSpPr>
        <p:spPr>
          <a:xfrm>
            <a:off x="1187450" y="4659699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GRAVIER Camille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BD5D245-2473-6C8D-7EC0-B01A6C9DDB80}"/>
              </a:ext>
            </a:extLst>
          </p:cNvPr>
          <p:cNvSpPr txBox="1"/>
          <p:nvPr/>
        </p:nvSpPr>
        <p:spPr>
          <a:xfrm>
            <a:off x="4784704" y="4521200"/>
            <a:ext cx="264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MONS—GOUILLAUD Margault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69E529C-477E-4F60-97F9-415B1820BE62}"/>
              </a:ext>
            </a:extLst>
          </p:cNvPr>
          <p:cNvSpPr txBox="1"/>
          <p:nvPr/>
        </p:nvSpPr>
        <p:spPr>
          <a:xfrm>
            <a:off x="8414355" y="4659699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DORS Sébastien</a:t>
            </a:r>
          </a:p>
        </p:txBody>
      </p:sp>
      <p:pic>
        <p:nvPicPr>
          <p:cNvPr id="13" name="Image 12" descr="Une image contenant Visage humain, personne, sourire, habits&#10;&#10;Le contenu généré par l’IA peut être incorrect.">
            <a:extLst>
              <a:ext uri="{FF2B5EF4-FFF2-40B4-BE49-F238E27FC236}">
                <a16:creationId xmlns:a16="http://schemas.microsoft.com/office/drawing/2014/main" id="{3318D9BE-4837-3908-0970-3637A4EDB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048" y="1715687"/>
            <a:ext cx="2676405" cy="2676405"/>
          </a:xfrm>
          <a:prstGeom prst="ellipse">
            <a:avLst/>
          </a:prstGeom>
        </p:spPr>
      </p:pic>
      <p:pic>
        <p:nvPicPr>
          <p:cNvPr id="15" name="Image 14" descr="Une image contenant Visage humain, personne, sourire, habits&#10;&#10;Le contenu généré par l’IA peut être incorrect.">
            <a:extLst>
              <a:ext uri="{FF2B5EF4-FFF2-40B4-BE49-F238E27FC236}">
                <a16:creationId xmlns:a16="http://schemas.microsoft.com/office/drawing/2014/main" id="{245FAB03-6FD4-92B9-90D1-0A59786FA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104" y="1716489"/>
            <a:ext cx="2674800" cy="2674800"/>
          </a:xfrm>
          <a:prstGeom prst="ellipse">
            <a:avLst/>
          </a:prstGeom>
        </p:spPr>
      </p:pic>
      <p:pic>
        <p:nvPicPr>
          <p:cNvPr id="17" name="Image 16" descr="Une image contenant Visage humain, personne, sourire, habits&#10;&#10;Le contenu généré par l’IA peut être incorrect.">
            <a:extLst>
              <a:ext uri="{FF2B5EF4-FFF2-40B4-BE49-F238E27FC236}">
                <a16:creationId xmlns:a16="http://schemas.microsoft.com/office/drawing/2014/main" id="{3D7ABB47-AD75-23B6-AE5C-AE2F81D657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558" y="1716489"/>
            <a:ext cx="2674800" cy="2674800"/>
          </a:xfrm>
          <a:prstGeom prst="ellipse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8FAB80E1-DFA5-AF49-A5D1-F1C192FF332F}"/>
              </a:ext>
            </a:extLst>
          </p:cNvPr>
          <p:cNvSpPr txBox="1"/>
          <p:nvPr/>
        </p:nvSpPr>
        <p:spPr>
          <a:xfrm>
            <a:off x="1187450" y="5250472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err="1">
                <a:solidFill>
                  <a:schemeClr val="bg1"/>
                </a:solidFill>
              </a:rPr>
              <a:t>Back-end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C294F49-4F0A-A26E-FF35-0C6E72A185D8}"/>
              </a:ext>
            </a:extLst>
          </p:cNvPr>
          <p:cNvSpPr txBox="1"/>
          <p:nvPr/>
        </p:nvSpPr>
        <p:spPr>
          <a:xfrm>
            <a:off x="4784704" y="5250472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Frontend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435D739-AFBA-E120-1A78-EB760938D4B7}"/>
              </a:ext>
            </a:extLst>
          </p:cNvPr>
          <p:cNvSpPr txBox="1"/>
          <p:nvPr/>
        </p:nvSpPr>
        <p:spPr>
          <a:xfrm>
            <a:off x="8414355" y="5250472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err="1">
                <a:solidFill>
                  <a:schemeClr val="bg1"/>
                </a:solidFill>
              </a:rPr>
              <a:t>Back-end</a:t>
            </a:r>
            <a:endParaRPr lang="fr-FR">
              <a:solidFill>
                <a:schemeClr val="bg1"/>
              </a:solidFill>
            </a:endParaRP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57626C5-404B-D944-4B3E-7AEBFD61CF5A}"/>
              </a:ext>
            </a:extLst>
          </p:cNvPr>
          <p:cNvCxnSpPr>
            <a:cxnSpLocks/>
          </p:cNvCxnSpPr>
          <p:nvPr/>
        </p:nvCxnSpPr>
        <p:spPr>
          <a:xfrm>
            <a:off x="4178300" y="1715687"/>
            <a:ext cx="0" cy="2473589"/>
          </a:xfrm>
          <a:prstGeom prst="line">
            <a:avLst/>
          </a:prstGeom>
          <a:ln>
            <a:solidFill>
              <a:srgbClr val="2834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0669EDCC-7A4F-B283-308E-E5B8BED77D7B}"/>
              </a:ext>
            </a:extLst>
          </p:cNvPr>
          <p:cNvCxnSpPr>
            <a:cxnSpLocks/>
          </p:cNvCxnSpPr>
          <p:nvPr/>
        </p:nvCxnSpPr>
        <p:spPr>
          <a:xfrm>
            <a:off x="8051800" y="1715687"/>
            <a:ext cx="0" cy="2473589"/>
          </a:xfrm>
          <a:prstGeom prst="line">
            <a:avLst/>
          </a:prstGeom>
          <a:ln>
            <a:solidFill>
              <a:srgbClr val="2834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12FEE97B-AA51-8567-D39A-2A528A3BABA9}"/>
              </a:ext>
            </a:extLst>
          </p:cNvPr>
          <p:cNvCxnSpPr>
            <a:cxnSpLocks/>
          </p:cNvCxnSpPr>
          <p:nvPr/>
        </p:nvCxnSpPr>
        <p:spPr>
          <a:xfrm>
            <a:off x="4178300" y="4521508"/>
            <a:ext cx="0" cy="507523"/>
          </a:xfrm>
          <a:prstGeom prst="line">
            <a:avLst/>
          </a:prstGeom>
          <a:ln>
            <a:solidFill>
              <a:srgbClr val="A8AF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716FB343-C848-C72C-7590-9182E4246DC8}"/>
              </a:ext>
            </a:extLst>
          </p:cNvPr>
          <p:cNvCxnSpPr>
            <a:cxnSpLocks/>
          </p:cNvCxnSpPr>
          <p:nvPr/>
        </p:nvCxnSpPr>
        <p:spPr>
          <a:xfrm>
            <a:off x="8051800" y="4521508"/>
            <a:ext cx="0" cy="507523"/>
          </a:xfrm>
          <a:prstGeom prst="line">
            <a:avLst/>
          </a:prstGeom>
          <a:ln>
            <a:solidFill>
              <a:srgbClr val="8C9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D592DBBF-A5C9-870D-C7C8-45AE519F2379}"/>
              </a:ext>
            </a:extLst>
          </p:cNvPr>
          <p:cNvCxnSpPr>
            <a:cxnSpLocks/>
          </p:cNvCxnSpPr>
          <p:nvPr/>
        </p:nvCxnSpPr>
        <p:spPr>
          <a:xfrm>
            <a:off x="4178300" y="5167531"/>
            <a:ext cx="0" cy="507523"/>
          </a:xfrm>
          <a:prstGeom prst="line">
            <a:avLst/>
          </a:prstGeom>
          <a:ln>
            <a:solidFill>
              <a:srgbClr val="DB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485E6190-AE03-7BC3-2568-5473994B4F7A}"/>
              </a:ext>
            </a:extLst>
          </p:cNvPr>
          <p:cNvCxnSpPr>
            <a:cxnSpLocks/>
          </p:cNvCxnSpPr>
          <p:nvPr/>
        </p:nvCxnSpPr>
        <p:spPr>
          <a:xfrm>
            <a:off x="8051800" y="5167531"/>
            <a:ext cx="0" cy="507523"/>
          </a:xfrm>
          <a:prstGeom prst="line">
            <a:avLst/>
          </a:prstGeom>
          <a:ln>
            <a:solidFill>
              <a:srgbClr val="DB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F463CC-6764-7433-4648-E24590D7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3</a:t>
            </a:fld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D14C643A-82AF-9E51-D341-2D1571A7B0F5}"/>
              </a:ext>
            </a:extLst>
          </p:cNvPr>
          <p:cNvGrpSpPr/>
          <p:nvPr/>
        </p:nvGrpSpPr>
        <p:grpSpPr>
          <a:xfrm>
            <a:off x="14046200" y="1690688"/>
            <a:ext cx="3746500" cy="4646612"/>
            <a:chOff x="101600" y="1690688"/>
            <a:chExt cx="3746500" cy="4646612"/>
          </a:xfrm>
          <a:solidFill>
            <a:srgbClr val="DBDBDE"/>
          </a:solidFill>
          <a:effectLst>
            <a:outerShdw blurRad="254000" sx="102000" sy="102000" algn="ctr" rotWithShape="0">
              <a:prstClr val="black">
                <a:alpha val="30000"/>
              </a:prstClr>
            </a:outerShdw>
          </a:effectLst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7E1381C0-FE85-628D-6DB8-4B3FDFEC3F0B}"/>
                </a:ext>
              </a:extLst>
            </p:cNvPr>
            <p:cNvGrpSpPr/>
            <p:nvPr/>
          </p:nvGrpSpPr>
          <p:grpSpPr>
            <a:xfrm>
              <a:off x="101600" y="1690688"/>
              <a:ext cx="3746500" cy="4646612"/>
              <a:chOff x="101600" y="1690688"/>
              <a:chExt cx="3746500" cy="4646612"/>
            </a:xfrm>
            <a:grpFill/>
          </p:grpSpPr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52F7E1DF-3808-5B14-A46A-BD26097620DA}"/>
                  </a:ext>
                </a:extLst>
              </p:cNvPr>
              <p:cNvSpPr/>
              <p:nvPr/>
            </p:nvSpPr>
            <p:spPr>
              <a:xfrm>
                <a:off x="101600" y="1690688"/>
                <a:ext cx="3746500" cy="4646612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524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E442106A-1109-A88E-B047-D603B740C3AC}"/>
                  </a:ext>
                </a:extLst>
              </p:cNvPr>
              <p:cNvSpPr txBox="1"/>
              <p:nvPr/>
            </p:nvSpPr>
            <p:spPr>
              <a:xfrm>
                <a:off x="641350" y="1856278"/>
                <a:ext cx="2667000" cy="70788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000" b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Concept</a:t>
                </a:r>
              </a:p>
            </p:txBody>
          </p: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FE25EFE-6927-764D-DE1A-7A627A747251}"/>
                  </a:ext>
                </a:extLst>
              </p:cNvPr>
              <p:cNvSpPr txBox="1"/>
              <p:nvPr/>
            </p:nvSpPr>
            <p:spPr>
              <a:xfrm>
                <a:off x="266700" y="2921000"/>
                <a:ext cx="3467100" cy="267765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fr-FR" sz="2400" b="1">
                    <a:solidFill>
                      <a:schemeClr val="bg2">
                        <a:lumMod val="50000"/>
                      </a:schemeClr>
                    </a:solidFill>
                  </a:rPr>
                  <a:t>Un assistant personnel intelligent et centralisé. Le nom "Majordome Bieber" suggère un service personnalisé, efficace et toujours disponible.</a:t>
                </a:r>
              </a:p>
            </p:txBody>
          </p:sp>
        </p:grp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C457942E-EB5F-8F0D-A1E4-DB9BCA2ECAF0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" y="2668200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C5DEB83-D586-B2A5-1AAE-BEF12A22D7E0}"/>
              </a:ext>
            </a:extLst>
          </p:cNvPr>
          <p:cNvGrpSpPr/>
          <p:nvPr/>
        </p:nvGrpSpPr>
        <p:grpSpPr>
          <a:xfrm>
            <a:off x="25446556" y="1662054"/>
            <a:ext cx="3886200" cy="4646612"/>
            <a:chOff x="4083050" y="1690688"/>
            <a:chExt cx="3886200" cy="4646612"/>
          </a:xfrm>
          <a:solidFill>
            <a:srgbClr val="DBDBDE"/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493FCD98-46AB-B8B7-2971-D40D24C41D11}"/>
                </a:ext>
              </a:extLst>
            </p:cNvPr>
            <p:cNvGrpSpPr/>
            <p:nvPr/>
          </p:nvGrpSpPr>
          <p:grpSpPr>
            <a:xfrm>
              <a:off x="4222750" y="1690688"/>
              <a:ext cx="3746500" cy="4646612"/>
              <a:chOff x="4222750" y="1690688"/>
              <a:chExt cx="3746500" cy="4646612"/>
            </a:xfrm>
            <a:grpFill/>
          </p:grpSpPr>
          <p:sp>
            <p:nvSpPr>
              <p:cNvPr id="23" name="Rectangle : coins arrondis 22">
                <a:extLst>
                  <a:ext uri="{FF2B5EF4-FFF2-40B4-BE49-F238E27FC236}">
                    <a16:creationId xmlns:a16="http://schemas.microsoft.com/office/drawing/2014/main" id="{BE3F5E2F-BF18-06D8-9941-C4CF6D785D5E}"/>
                  </a:ext>
                </a:extLst>
              </p:cNvPr>
              <p:cNvSpPr/>
              <p:nvPr/>
            </p:nvSpPr>
            <p:spPr>
              <a:xfrm>
                <a:off x="4222750" y="1690688"/>
                <a:ext cx="3746500" cy="4646612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524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F8064B4F-859D-1C27-2CAA-533A0B7B2A46}"/>
                  </a:ext>
                </a:extLst>
              </p:cNvPr>
              <p:cNvSpPr txBox="1"/>
              <p:nvPr/>
            </p:nvSpPr>
            <p:spPr>
              <a:xfrm>
                <a:off x="4737100" y="1857676"/>
                <a:ext cx="2667000" cy="70788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000" b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But</a:t>
                </a:r>
              </a:p>
            </p:txBody>
          </p:sp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2D92ACC4-FF43-5C38-0BB5-D639CFB12DC4}"/>
                  </a:ext>
                </a:extLst>
              </p:cNvPr>
              <p:cNvSpPr txBox="1"/>
              <p:nvPr/>
            </p:nvSpPr>
            <p:spPr>
              <a:xfrm>
                <a:off x="4304818" y="2952481"/>
                <a:ext cx="3624341" cy="292387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fr-FR" sz="2300" b="1">
                    <a:solidFill>
                      <a:schemeClr val="bg2">
                        <a:lumMod val="50000"/>
                      </a:schemeClr>
                    </a:solidFill>
                  </a:rPr>
                  <a:t>Notre Majordome centralise toutes les informations en un seul endroit accessible via une interface conversationnelle simple et intuitive. Il vise à faire gagner du temps précieux</a:t>
                </a:r>
              </a:p>
            </p:txBody>
          </p:sp>
        </p:grp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B7FE2329-7810-7612-860C-D01341B735E5}"/>
                </a:ext>
              </a:extLst>
            </p:cNvPr>
            <p:cNvCxnSpPr>
              <a:cxnSpLocks/>
            </p:cNvCxnSpPr>
            <p:nvPr/>
          </p:nvCxnSpPr>
          <p:spPr>
            <a:xfrm>
              <a:off x="4083050" y="2668200"/>
              <a:ext cx="38862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D04F262D-59B7-F438-0E87-0C2E3FA61222}"/>
              </a:ext>
            </a:extLst>
          </p:cNvPr>
          <p:cNvGrpSpPr/>
          <p:nvPr/>
        </p:nvGrpSpPr>
        <p:grpSpPr>
          <a:xfrm>
            <a:off x="40583252" y="1690688"/>
            <a:ext cx="3784600" cy="4646612"/>
            <a:chOff x="8305800" y="1690688"/>
            <a:chExt cx="3784600" cy="4646612"/>
          </a:xfrm>
          <a:solidFill>
            <a:srgbClr val="A9AFC7"/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0055715B-DC1C-E57F-3526-DB120ED1F8A7}"/>
                </a:ext>
              </a:extLst>
            </p:cNvPr>
            <p:cNvGrpSpPr/>
            <p:nvPr/>
          </p:nvGrpSpPr>
          <p:grpSpPr>
            <a:xfrm>
              <a:off x="8343900" y="1690688"/>
              <a:ext cx="3746500" cy="4646612"/>
              <a:chOff x="8343900" y="1690688"/>
              <a:chExt cx="3746500" cy="4646612"/>
            </a:xfrm>
            <a:grpFill/>
          </p:grpSpPr>
          <p:sp>
            <p:nvSpPr>
              <p:cNvPr id="35" name="Rectangle : coins arrondis 34">
                <a:extLst>
                  <a:ext uri="{FF2B5EF4-FFF2-40B4-BE49-F238E27FC236}">
                    <a16:creationId xmlns:a16="http://schemas.microsoft.com/office/drawing/2014/main" id="{D5DDF8DF-F8A6-046D-5342-869388688EB6}"/>
                  </a:ext>
                </a:extLst>
              </p:cNvPr>
              <p:cNvSpPr/>
              <p:nvPr/>
            </p:nvSpPr>
            <p:spPr>
              <a:xfrm>
                <a:off x="8343900" y="1690688"/>
                <a:ext cx="3746500" cy="4646612"/>
              </a:xfrm>
              <a:prstGeom prst="roundRect">
                <a:avLst/>
              </a:prstGeom>
              <a:solidFill>
                <a:srgbClr val="DBDBDE"/>
              </a:solidFill>
              <a:ln>
                <a:noFill/>
              </a:ln>
              <a:effectLst>
                <a:outerShdw blurRad="1524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B6C9E3B4-DEB0-CDBE-06BE-68B3D9674EE4}"/>
                  </a:ext>
                </a:extLst>
              </p:cNvPr>
              <p:cNvSpPr txBox="1"/>
              <p:nvPr/>
            </p:nvSpPr>
            <p:spPr>
              <a:xfrm>
                <a:off x="8858250" y="1856278"/>
                <a:ext cx="2667000" cy="677108"/>
              </a:xfrm>
              <a:prstGeom prst="rect">
                <a:avLst/>
              </a:prstGeom>
              <a:solidFill>
                <a:srgbClr val="DBDBDE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3800" b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Public visé</a:t>
                </a:r>
              </a:p>
            </p:txBody>
          </p:sp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3332BFF9-5A37-9C2E-D880-3CAED058C722}"/>
                  </a:ext>
                </a:extLst>
              </p:cNvPr>
              <p:cNvSpPr txBox="1"/>
              <p:nvPr/>
            </p:nvSpPr>
            <p:spPr>
              <a:xfrm>
                <a:off x="8483600" y="2921000"/>
                <a:ext cx="3467100" cy="3046988"/>
              </a:xfrm>
              <a:prstGeom prst="rect">
                <a:avLst/>
              </a:prstGeom>
              <a:solidFill>
                <a:srgbClr val="DBDBD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sz="2400" b="1">
                    <a:solidFill>
                      <a:schemeClr val="bg2">
                        <a:lumMod val="50000"/>
                      </a:schemeClr>
                    </a:solidFill>
                  </a:rPr>
                  <a:t>Toute personne utilisant régulièrement les services Google (Gmail, </a:t>
                </a:r>
                <a:r>
                  <a:rPr lang="fr-FR" sz="2400" b="1" err="1">
                    <a:solidFill>
                      <a:schemeClr val="bg2">
                        <a:lumMod val="50000"/>
                      </a:schemeClr>
                    </a:solidFill>
                  </a:rPr>
                  <a:t>Calendar</a:t>
                </a:r>
                <a:r>
                  <a:rPr lang="fr-FR" sz="2400" b="1">
                    <a:solidFill>
                      <a:schemeClr val="bg2">
                        <a:lumMod val="50000"/>
                      </a:schemeClr>
                    </a:solidFill>
                  </a:rPr>
                  <a:t>) et souhaitant une manière plus simple et unifiée d'accéder à ses informations.</a:t>
                </a:r>
              </a:p>
            </p:txBody>
          </p:sp>
        </p:grp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CB6A668-61F8-460D-552D-E3950ECACF88}"/>
                </a:ext>
              </a:extLst>
            </p:cNvPr>
            <p:cNvCxnSpPr>
              <a:cxnSpLocks/>
            </p:cNvCxnSpPr>
            <p:nvPr/>
          </p:nvCxnSpPr>
          <p:spPr>
            <a:xfrm>
              <a:off x="8305800" y="2668200"/>
              <a:ext cx="37846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3" name="Image 42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990A5652-C7D0-41B0-5617-F25C79DBE9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5348" y="5839"/>
            <a:ext cx="937574" cy="86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23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5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AF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F9FA8D-2E72-0768-CB89-1CF0105D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600">
                <a:solidFill>
                  <a:srgbClr val="34495E"/>
                </a:solidFill>
                <a:latin typeface="Agency FB" panose="020B0503020202020204" pitchFamily="34" charset="0"/>
              </a:rPr>
              <a:t>Projet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25921BA-C977-1514-9A4E-454D1D6A4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4</a:t>
            </a:fld>
            <a:endParaRPr lang="fr-FR"/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194B1322-68F1-3316-0A44-B8AA3ADFE1AC}"/>
              </a:ext>
            </a:extLst>
          </p:cNvPr>
          <p:cNvGrpSpPr/>
          <p:nvPr/>
        </p:nvGrpSpPr>
        <p:grpSpPr>
          <a:xfrm>
            <a:off x="101600" y="1690688"/>
            <a:ext cx="3746500" cy="4646612"/>
            <a:chOff x="101600" y="1690688"/>
            <a:chExt cx="3746500" cy="4646612"/>
          </a:xfrm>
          <a:solidFill>
            <a:srgbClr val="DBDBDE"/>
          </a:solidFill>
          <a:effectLst>
            <a:outerShdw blurRad="254000" sx="102000" sy="102000" algn="ctr" rotWithShape="0">
              <a:prstClr val="black">
                <a:alpha val="30000"/>
              </a:prstClr>
            </a:outerShdw>
          </a:effectLst>
        </p:grpSpPr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EAE4DA7E-FB55-4A0D-841D-BD79A8740559}"/>
                </a:ext>
              </a:extLst>
            </p:cNvPr>
            <p:cNvGrpSpPr/>
            <p:nvPr/>
          </p:nvGrpSpPr>
          <p:grpSpPr>
            <a:xfrm>
              <a:off x="101600" y="1690688"/>
              <a:ext cx="3746500" cy="4646612"/>
              <a:chOff x="101600" y="1690688"/>
              <a:chExt cx="3746500" cy="4646612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AB857537-BFD4-E1DF-E1D0-5C6D80F95C68}"/>
                  </a:ext>
                </a:extLst>
              </p:cNvPr>
              <p:cNvSpPr/>
              <p:nvPr/>
            </p:nvSpPr>
            <p:spPr>
              <a:xfrm>
                <a:off x="101600" y="1690688"/>
                <a:ext cx="3746500" cy="4646612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524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D9E5259A-F13F-FBC3-267A-8BEE85A5C6FA}"/>
                  </a:ext>
                </a:extLst>
              </p:cNvPr>
              <p:cNvSpPr txBox="1"/>
              <p:nvPr/>
            </p:nvSpPr>
            <p:spPr>
              <a:xfrm>
                <a:off x="641350" y="1856278"/>
                <a:ext cx="2667000" cy="70788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000" b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Concept</a:t>
                </a:r>
              </a:p>
            </p:txBody>
          </p: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EB4C1D9-48B6-9DA1-1758-2474CFC8248D}"/>
                  </a:ext>
                </a:extLst>
              </p:cNvPr>
              <p:cNvSpPr txBox="1"/>
              <p:nvPr/>
            </p:nvSpPr>
            <p:spPr>
              <a:xfrm>
                <a:off x="266700" y="2921000"/>
                <a:ext cx="3467100" cy="267765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fr-FR" sz="2400" b="1">
                    <a:solidFill>
                      <a:schemeClr val="bg2">
                        <a:lumMod val="50000"/>
                      </a:schemeClr>
                    </a:solidFill>
                  </a:rPr>
                  <a:t>Un assistant personnel intelligent et centralisé. Le nom "Majordome Bieber" suggère un service personnalisé, efficace et toujours disponible.</a:t>
                </a:r>
              </a:p>
            </p:txBody>
          </p:sp>
        </p:grp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BD36F9AA-D8A7-617E-999E-D10A303C9956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" y="2668200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0A3285C2-20FD-BC20-187A-C732689D6410}"/>
              </a:ext>
            </a:extLst>
          </p:cNvPr>
          <p:cNvGrpSpPr/>
          <p:nvPr/>
        </p:nvGrpSpPr>
        <p:grpSpPr>
          <a:xfrm>
            <a:off x="4049596" y="1662054"/>
            <a:ext cx="3886200" cy="4646612"/>
            <a:chOff x="4083050" y="1690688"/>
            <a:chExt cx="3886200" cy="4646612"/>
          </a:xfrm>
          <a:solidFill>
            <a:srgbClr val="DBDBDE"/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3A35C6A5-30F3-E944-AF41-5F17584AD417}"/>
                </a:ext>
              </a:extLst>
            </p:cNvPr>
            <p:cNvGrpSpPr/>
            <p:nvPr/>
          </p:nvGrpSpPr>
          <p:grpSpPr>
            <a:xfrm>
              <a:off x="4222750" y="1690688"/>
              <a:ext cx="3746500" cy="4646612"/>
              <a:chOff x="4222750" y="1690688"/>
              <a:chExt cx="3746500" cy="4646612"/>
            </a:xfrm>
            <a:grpFill/>
          </p:grpSpPr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D739FC71-526A-3C10-0ECF-4931961E93AD}"/>
                  </a:ext>
                </a:extLst>
              </p:cNvPr>
              <p:cNvSpPr/>
              <p:nvPr/>
            </p:nvSpPr>
            <p:spPr>
              <a:xfrm>
                <a:off x="4222750" y="1690688"/>
                <a:ext cx="3746500" cy="4646612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524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44776B7F-DDDC-57F8-6E99-55FCA2B3B2F0}"/>
                  </a:ext>
                </a:extLst>
              </p:cNvPr>
              <p:cNvSpPr txBox="1"/>
              <p:nvPr/>
            </p:nvSpPr>
            <p:spPr>
              <a:xfrm>
                <a:off x="4737100" y="1857676"/>
                <a:ext cx="2667000" cy="70788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000" b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But</a:t>
                </a:r>
              </a:p>
            </p:txBody>
          </p:sp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EAF94A0B-1753-8485-D41A-3FFB4308E4F7}"/>
                  </a:ext>
                </a:extLst>
              </p:cNvPr>
              <p:cNvSpPr txBox="1"/>
              <p:nvPr/>
            </p:nvSpPr>
            <p:spPr>
              <a:xfrm>
                <a:off x="4304818" y="2952481"/>
                <a:ext cx="3624341" cy="292387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fr-FR" sz="2300" b="1">
                    <a:solidFill>
                      <a:schemeClr val="bg2">
                        <a:lumMod val="50000"/>
                      </a:schemeClr>
                    </a:solidFill>
                  </a:rPr>
                  <a:t>Notre Majordome centralise toutes les informations en un seul endroit accessible via une interface conversationnelle simple et intuitive. Il vise à faire gagner du temps précieux</a:t>
                </a:r>
              </a:p>
            </p:txBody>
          </p:sp>
        </p:grpSp>
        <p:cxnSp>
          <p:nvCxnSpPr>
            <p:cNvPr id="56" name="Connecteur droit 55">
              <a:extLst>
                <a:ext uri="{FF2B5EF4-FFF2-40B4-BE49-F238E27FC236}">
                  <a16:creationId xmlns:a16="http://schemas.microsoft.com/office/drawing/2014/main" id="{008A657B-B699-74F4-69EB-CD17A30DB3D1}"/>
                </a:ext>
              </a:extLst>
            </p:cNvPr>
            <p:cNvCxnSpPr>
              <a:cxnSpLocks/>
            </p:cNvCxnSpPr>
            <p:nvPr/>
          </p:nvCxnSpPr>
          <p:spPr>
            <a:xfrm>
              <a:off x="4083050" y="2668200"/>
              <a:ext cx="38862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4DCAF020-E534-A66F-4712-41BA81D450DF}"/>
              </a:ext>
            </a:extLst>
          </p:cNvPr>
          <p:cNvGrpSpPr/>
          <p:nvPr/>
        </p:nvGrpSpPr>
        <p:grpSpPr>
          <a:xfrm>
            <a:off x="8305800" y="1690688"/>
            <a:ext cx="3784600" cy="4646612"/>
            <a:chOff x="8305800" y="1690688"/>
            <a:chExt cx="3784600" cy="4646612"/>
          </a:xfrm>
          <a:solidFill>
            <a:srgbClr val="A9AFC7"/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119F3B78-74B6-8C0D-6EA3-8DA2DD76DDCA}"/>
                </a:ext>
              </a:extLst>
            </p:cNvPr>
            <p:cNvGrpSpPr/>
            <p:nvPr/>
          </p:nvGrpSpPr>
          <p:grpSpPr>
            <a:xfrm>
              <a:off x="8343900" y="1690688"/>
              <a:ext cx="3746500" cy="4646612"/>
              <a:chOff x="8343900" y="1690688"/>
              <a:chExt cx="3746500" cy="4646612"/>
            </a:xfrm>
            <a:grpFill/>
          </p:grpSpPr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9F6175CC-3C7B-2586-266E-2A77B6E602AB}"/>
                  </a:ext>
                </a:extLst>
              </p:cNvPr>
              <p:cNvSpPr/>
              <p:nvPr/>
            </p:nvSpPr>
            <p:spPr>
              <a:xfrm>
                <a:off x="8343900" y="1690688"/>
                <a:ext cx="3746500" cy="4646612"/>
              </a:xfrm>
              <a:prstGeom prst="roundRect">
                <a:avLst/>
              </a:prstGeom>
              <a:solidFill>
                <a:srgbClr val="DBDBDE"/>
              </a:solidFill>
              <a:ln>
                <a:noFill/>
              </a:ln>
              <a:effectLst>
                <a:outerShdw blurRad="1524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E3617C7F-16C3-E977-F565-EFB9FF5C64F0}"/>
                  </a:ext>
                </a:extLst>
              </p:cNvPr>
              <p:cNvSpPr txBox="1"/>
              <p:nvPr/>
            </p:nvSpPr>
            <p:spPr>
              <a:xfrm>
                <a:off x="8858250" y="1856278"/>
                <a:ext cx="2667000" cy="677108"/>
              </a:xfrm>
              <a:prstGeom prst="rect">
                <a:avLst/>
              </a:prstGeom>
              <a:solidFill>
                <a:srgbClr val="DBDBDE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3800" b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Public visé</a:t>
                </a:r>
              </a:p>
            </p:txBody>
          </p:sp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FAA4EA72-37C2-A0E0-1CF1-7BAB8179737E}"/>
                  </a:ext>
                </a:extLst>
              </p:cNvPr>
              <p:cNvSpPr txBox="1"/>
              <p:nvPr/>
            </p:nvSpPr>
            <p:spPr>
              <a:xfrm>
                <a:off x="8483600" y="2921000"/>
                <a:ext cx="3467100" cy="3046988"/>
              </a:xfrm>
              <a:prstGeom prst="rect">
                <a:avLst/>
              </a:prstGeom>
              <a:solidFill>
                <a:srgbClr val="DBDBD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sz="2400" b="1">
                    <a:solidFill>
                      <a:schemeClr val="bg2">
                        <a:lumMod val="50000"/>
                      </a:schemeClr>
                    </a:solidFill>
                  </a:rPr>
                  <a:t>Toute personne utilisant régulièrement les services Google (Gmail, </a:t>
                </a:r>
                <a:r>
                  <a:rPr lang="fr-FR" sz="2400" b="1" err="1">
                    <a:solidFill>
                      <a:schemeClr val="bg2">
                        <a:lumMod val="50000"/>
                      </a:schemeClr>
                    </a:solidFill>
                  </a:rPr>
                  <a:t>Calendar</a:t>
                </a:r>
                <a:r>
                  <a:rPr lang="fr-FR" sz="2400" b="1">
                    <a:solidFill>
                      <a:schemeClr val="bg2">
                        <a:lumMod val="50000"/>
                      </a:schemeClr>
                    </a:solidFill>
                  </a:rPr>
                  <a:t>) et souhaitant une manière plus simple et unifiée d'accéder à ses informations.</a:t>
                </a:r>
              </a:p>
            </p:txBody>
          </p:sp>
        </p:grpSp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97726517-AEE4-4C91-72D9-C7F8ECC09CD4}"/>
                </a:ext>
              </a:extLst>
            </p:cNvPr>
            <p:cNvCxnSpPr>
              <a:cxnSpLocks/>
            </p:cNvCxnSpPr>
            <p:nvPr/>
          </p:nvCxnSpPr>
          <p:spPr>
            <a:xfrm>
              <a:off x="8305800" y="2668200"/>
              <a:ext cx="37846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Rectangle : coins arrondis 102">
            <a:extLst>
              <a:ext uri="{FF2B5EF4-FFF2-40B4-BE49-F238E27FC236}">
                <a16:creationId xmlns:a16="http://schemas.microsoft.com/office/drawing/2014/main" id="{9B8435E0-7EC0-6F9B-4DA8-67AE22C418A6}"/>
              </a:ext>
            </a:extLst>
          </p:cNvPr>
          <p:cNvSpPr/>
          <p:nvPr/>
        </p:nvSpPr>
        <p:spPr>
          <a:xfrm>
            <a:off x="-13336408" y="1562100"/>
            <a:ext cx="10515600" cy="2912130"/>
          </a:xfrm>
          <a:prstGeom prst="roundRect">
            <a:avLst/>
          </a:prstGeom>
          <a:solidFill>
            <a:srgbClr val="DBDBDE"/>
          </a:solidFill>
          <a:ln>
            <a:solidFill>
              <a:schemeClr val="bg1">
                <a:alpha val="40000"/>
              </a:schemeClr>
            </a:solidFill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Rectangle : coins arrondis 103">
            <a:extLst>
              <a:ext uri="{FF2B5EF4-FFF2-40B4-BE49-F238E27FC236}">
                <a16:creationId xmlns:a16="http://schemas.microsoft.com/office/drawing/2014/main" id="{D775F751-CF05-CACE-C2B8-DFDCAC8E30BC}"/>
              </a:ext>
            </a:extLst>
          </p:cNvPr>
          <p:cNvSpPr/>
          <p:nvPr/>
        </p:nvSpPr>
        <p:spPr>
          <a:xfrm>
            <a:off x="-13336408" y="4474230"/>
            <a:ext cx="10515600" cy="646331"/>
          </a:xfrm>
          <a:prstGeom prst="roundRect">
            <a:avLst/>
          </a:prstGeom>
          <a:solidFill>
            <a:srgbClr val="34495E"/>
          </a:solidFill>
          <a:ln>
            <a:solidFill>
              <a:schemeClr val="bg1">
                <a:alpha val="40000"/>
              </a:schemeClr>
            </a:solidFill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Rectangle : coins arrondis 104">
            <a:extLst>
              <a:ext uri="{FF2B5EF4-FFF2-40B4-BE49-F238E27FC236}">
                <a16:creationId xmlns:a16="http://schemas.microsoft.com/office/drawing/2014/main" id="{71E2FC1F-A618-C027-343F-FF450CF25A26}"/>
              </a:ext>
            </a:extLst>
          </p:cNvPr>
          <p:cNvSpPr/>
          <p:nvPr/>
        </p:nvSpPr>
        <p:spPr>
          <a:xfrm>
            <a:off x="-13336408" y="5111972"/>
            <a:ext cx="10515600" cy="646331"/>
          </a:xfrm>
          <a:prstGeom prst="roundRect">
            <a:avLst/>
          </a:prstGeom>
          <a:solidFill>
            <a:srgbClr val="283443"/>
          </a:solidFill>
          <a:ln>
            <a:solidFill>
              <a:schemeClr val="bg1">
                <a:alpha val="40000"/>
              </a:schemeClr>
            </a:solidFill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BED8048D-81AA-E3F0-925D-8BCBEBBF81BD}"/>
              </a:ext>
            </a:extLst>
          </p:cNvPr>
          <p:cNvSpPr txBox="1"/>
          <p:nvPr/>
        </p:nvSpPr>
        <p:spPr>
          <a:xfrm>
            <a:off x="-12987158" y="4659699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GRAVIER Camille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1A0A70B8-DD6F-545B-8696-FF6AAE058F50}"/>
              </a:ext>
            </a:extLst>
          </p:cNvPr>
          <p:cNvSpPr txBox="1"/>
          <p:nvPr/>
        </p:nvSpPr>
        <p:spPr>
          <a:xfrm>
            <a:off x="-9389904" y="4521200"/>
            <a:ext cx="264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MONS—GOUILLAUD Margault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371E128C-2C3B-9BED-A083-8033E676EDF0}"/>
              </a:ext>
            </a:extLst>
          </p:cNvPr>
          <p:cNvSpPr txBox="1"/>
          <p:nvPr/>
        </p:nvSpPr>
        <p:spPr>
          <a:xfrm>
            <a:off x="-5760253" y="4659699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DORS Sébastien</a:t>
            </a:r>
          </a:p>
        </p:txBody>
      </p:sp>
      <p:pic>
        <p:nvPicPr>
          <p:cNvPr id="109" name="Image 108" descr="Une image contenant Visage humain, personne, sourire, habits&#10;&#10;Le contenu généré par l’IA peut être incorrect.">
            <a:extLst>
              <a:ext uri="{FF2B5EF4-FFF2-40B4-BE49-F238E27FC236}">
                <a16:creationId xmlns:a16="http://schemas.microsoft.com/office/drawing/2014/main" id="{0250AAA5-5117-5EAB-319B-4B644C2E7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04560" y="1715687"/>
            <a:ext cx="2676405" cy="2676405"/>
          </a:xfrm>
          <a:prstGeom prst="ellipse">
            <a:avLst/>
          </a:prstGeom>
        </p:spPr>
      </p:pic>
      <p:pic>
        <p:nvPicPr>
          <p:cNvPr id="110" name="Image 109" descr="Une image contenant Visage humain, personne, sourire, habits&#10;&#10;Le contenu généré par l’IA peut être incorrect.">
            <a:extLst>
              <a:ext uri="{FF2B5EF4-FFF2-40B4-BE49-F238E27FC236}">
                <a16:creationId xmlns:a16="http://schemas.microsoft.com/office/drawing/2014/main" id="{5120118E-423A-A2D8-B7E4-1BEBF1608A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06504" y="1716489"/>
            <a:ext cx="2674800" cy="2674800"/>
          </a:xfrm>
          <a:prstGeom prst="ellipse">
            <a:avLst/>
          </a:prstGeom>
        </p:spPr>
      </p:pic>
      <p:pic>
        <p:nvPicPr>
          <p:cNvPr id="111" name="Image 110" descr="Une image contenant Visage humain, personne, sourire, habits&#10;&#10;Le contenu généré par l’IA peut être incorrect.">
            <a:extLst>
              <a:ext uri="{FF2B5EF4-FFF2-40B4-BE49-F238E27FC236}">
                <a16:creationId xmlns:a16="http://schemas.microsoft.com/office/drawing/2014/main" id="{8D51F68A-2D70-C8C6-C029-69948A53C6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76050" y="1716489"/>
            <a:ext cx="2674800" cy="2674800"/>
          </a:xfrm>
          <a:prstGeom prst="ellipse">
            <a:avLst/>
          </a:prstGeom>
        </p:spPr>
      </p:pic>
      <p:sp>
        <p:nvSpPr>
          <p:cNvPr id="112" name="ZoneTexte 111">
            <a:extLst>
              <a:ext uri="{FF2B5EF4-FFF2-40B4-BE49-F238E27FC236}">
                <a16:creationId xmlns:a16="http://schemas.microsoft.com/office/drawing/2014/main" id="{B3BD0763-60D5-CDF1-84B2-F7FB039AFEA1}"/>
              </a:ext>
            </a:extLst>
          </p:cNvPr>
          <p:cNvSpPr txBox="1"/>
          <p:nvPr/>
        </p:nvSpPr>
        <p:spPr>
          <a:xfrm>
            <a:off x="-12987158" y="5250472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err="1">
                <a:solidFill>
                  <a:schemeClr val="bg1"/>
                </a:solidFill>
              </a:rPr>
              <a:t>Back-end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7569B1A7-90B7-F4FB-4F23-C15C62C6982A}"/>
              </a:ext>
            </a:extLst>
          </p:cNvPr>
          <p:cNvSpPr txBox="1"/>
          <p:nvPr/>
        </p:nvSpPr>
        <p:spPr>
          <a:xfrm>
            <a:off x="-9389904" y="5250472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Frontend</a:t>
            </a: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A95294D0-C64D-E272-E15E-55306766D66F}"/>
              </a:ext>
            </a:extLst>
          </p:cNvPr>
          <p:cNvSpPr txBox="1"/>
          <p:nvPr/>
        </p:nvSpPr>
        <p:spPr>
          <a:xfrm>
            <a:off x="-5760253" y="5250472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err="1">
                <a:solidFill>
                  <a:schemeClr val="bg1"/>
                </a:solidFill>
              </a:rPr>
              <a:t>Back-end</a:t>
            </a:r>
            <a:endParaRPr lang="fr-FR">
              <a:solidFill>
                <a:schemeClr val="bg1"/>
              </a:solidFill>
            </a:endParaRPr>
          </a:p>
        </p:txBody>
      </p:sp>
      <p:cxnSp>
        <p:nvCxnSpPr>
          <p:cNvPr id="115" name="Connecteur droit 114">
            <a:extLst>
              <a:ext uri="{FF2B5EF4-FFF2-40B4-BE49-F238E27FC236}">
                <a16:creationId xmlns:a16="http://schemas.microsoft.com/office/drawing/2014/main" id="{28B9C4F2-5674-D00E-0AC7-3D7E69956517}"/>
              </a:ext>
            </a:extLst>
          </p:cNvPr>
          <p:cNvCxnSpPr>
            <a:cxnSpLocks/>
          </p:cNvCxnSpPr>
          <p:nvPr/>
        </p:nvCxnSpPr>
        <p:spPr>
          <a:xfrm>
            <a:off x="-9996308" y="1715687"/>
            <a:ext cx="0" cy="2473589"/>
          </a:xfrm>
          <a:prstGeom prst="line">
            <a:avLst/>
          </a:prstGeom>
          <a:ln>
            <a:solidFill>
              <a:srgbClr val="2834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115">
            <a:extLst>
              <a:ext uri="{FF2B5EF4-FFF2-40B4-BE49-F238E27FC236}">
                <a16:creationId xmlns:a16="http://schemas.microsoft.com/office/drawing/2014/main" id="{F0FDC2E2-A838-22E1-6375-930754971370}"/>
              </a:ext>
            </a:extLst>
          </p:cNvPr>
          <p:cNvCxnSpPr>
            <a:cxnSpLocks/>
          </p:cNvCxnSpPr>
          <p:nvPr/>
        </p:nvCxnSpPr>
        <p:spPr>
          <a:xfrm>
            <a:off x="-6122808" y="1715687"/>
            <a:ext cx="0" cy="2473589"/>
          </a:xfrm>
          <a:prstGeom prst="line">
            <a:avLst/>
          </a:prstGeom>
          <a:ln>
            <a:solidFill>
              <a:srgbClr val="2834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116">
            <a:extLst>
              <a:ext uri="{FF2B5EF4-FFF2-40B4-BE49-F238E27FC236}">
                <a16:creationId xmlns:a16="http://schemas.microsoft.com/office/drawing/2014/main" id="{384D442D-A23C-BA99-D5ED-1F6363B6BDAC}"/>
              </a:ext>
            </a:extLst>
          </p:cNvPr>
          <p:cNvCxnSpPr>
            <a:cxnSpLocks/>
          </p:cNvCxnSpPr>
          <p:nvPr/>
        </p:nvCxnSpPr>
        <p:spPr>
          <a:xfrm>
            <a:off x="-9996308" y="4521508"/>
            <a:ext cx="0" cy="507523"/>
          </a:xfrm>
          <a:prstGeom prst="line">
            <a:avLst/>
          </a:prstGeom>
          <a:ln>
            <a:solidFill>
              <a:srgbClr val="A8AF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A7AF781-B4E7-D15A-6298-F3472AF215D5}"/>
              </a:ext>
            </a:extLst>
          </p:cNvPr>
          <p:cNvCxnSpPr>
            <a:cxnSpLocks/>
          </p:cNvCxnSpPr>
          <p:nvPr/>
        </p:nvCxnSpPr>
        <p:spPr>
          <a:xfrm>
            <a:off x="-6122808" y="4521508"/>
            <a:ext cx="0" cy="507523"/>
          </a:xfrm>
          <a:prstGeom prst="line">
            <a:avLst/>
          </a:prstGeom>
          <a:ln>
            <a:solidFill>
              <a:srgbClr val="8C9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7AFA1B0F-B29C-7CA2-85A7-BAE858FE9270}"/>
              </a:ext>
            </a:extLst>
          </p:cNvPr>
          <p:cNvCxnSpPr>
            <a:cxnSpLocks/>
          </p:cNvCxnSpPr>
          <p:nvPr/>
        </p:nvCxnSpPr>
        <p:spPr>
          <a:xfrm>
            <a:off x="-9996308" y="5167531"/>
            <a:ext cx="0" cy="507523"/>
          </a:xfrm>
          <a:prstGeom prst="line">
            <a:avLst/>
          </a:prstGeom>
          <a:ln>
            <a:solidFill>
              <a:srgbClr val="DB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>
            <a:extLst>
              <a:ext uri="{FF2B5EF4-FFF2-40B4-BE49-F238E27FC236}">
                <a16:creationId xmlns:a16="http://schemas.microsoft.com/office/drawing/2014/main" id="{30A74B52-FCCA-C2C0-DD78-E80BF0981D3A}"/>
              </a:ext>
            </a:extLst>
          </p:cNvPr>
          <p:cNvCxnSpPr>
            <a:cxnSpLocks/>
          </p:cNvCxnSpPr>
          <p:nvPr/>
        </p:nvCxnSpPr>
        <p:spPr>
          <a:xfrm>
            <a:off x="-6122808" y="5167531"/>
            <a:ext cx="0" cy="507523"/>
          </a:xfrm>
          <a:prstGeom prst="line">
            <a:avLst/>
          </a:prstGeom>
          <a:ln>
            <a:solidFill>
              <a:srgbClr val="DB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Groupe 122">
            <a:extLst>
              <a:ext uri="{FF2B5EF4-FFF2-40B4-BE49-F238E27FC236}">
                <a16:creationId xmlns:a16="http://schemas.microsoft.com/office/drawing/2014/main" id="{A58D9104-E7C5-6716-28E5-CF60025F5C9F}"/>
              </a:ext>
            </a:extLst>
          </p:cNvPr>
          <p:cNvGrpSpPr/>
          <p:nvPr/>
        </p:nvGrpSpPr>
        <p:grpSpPr>
          <a:xfrm>
            <a:off x="13832840" y="1843088"/>
            <a:ext cx="3746500" cy="4718400"/>
            <a:chOff x="101600" y="1690688"/>
            <a:chExt cx="3746500" cy="4718400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24" name="Rectangle : coins arrondis 123">
              <a:extLst>
                <a:ext uri="{FF2B5EF4-FFF2-40B4-BE49-F238E27FC236}">
                  <a16:creationId xmlns:a16="http://schemas.microsoft.com/office/drawing/2014/main" id="{F5A6CFDA-6829-C125-42B3-0A7B8E9260C0}"/>
                </a:ext>
              </a:extLst>
            </p:cNvPr>
            <p:cNvSpPr/>
            <p:nvPr/>
          </p:nvSpPr>
          <p:spPr>
            <a:xfrm>
              <a:off x="101600" y="1690688"/>
              <a:ext cx="3746500" cy="4646612"/>
            </a:xfrm>
            <a:prstGeom prst="roundRect">
              <a:avLst/>
            </a:prstGeom>
            <a:solidFill>
              <a:srgbClr val="DBDBDE"/>
            </a:solidFill>
            <a:ln>
              <a:noFill/>
            </a:ln>
            <a:effectLst>
              <a:outerShdw blurRad="1524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5" name="ZoneTexte 124">
              <a:extLst>
                <a:ext uri="{FF2B5EF4-FFF2-40B4-BE49-F238E27FC236}">
                  <a16:creationId xmlns:a16="http://schemas.microsoft.com/office/drawing/2014/main" id="{40EBE874-5A41-B10B-9042-9FB347747D04}"/>
                </a:ext>
              </a:extLst>
            </p:cNvPr>
            <p:cNvSpPr txBox="1"/>
            <p:nvPr/>
          </p:nvSpPr>
          <p:spPr>
            <a:xfrm>
              <a:off x="641350" y="1856278"/>
              <a:ext cx="2667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Langages</a:t>
              </a:r>
            </a:p>
          </p:txBody>
        </p:sp>
        <p:cxnSp>
          <p:nvCxnSpPr>
            <p:cNvPr id="126" name="Connecteur droit 125">
              <a:extLst>
                <a:ext uri="{FF2B5EF4-FFF2-40B4-BE49-F238E27FC236}">
                  <a16:creationId xmlns:a16="http://schemas.microsoft.com/office/drawing/2014/main" id="{994BF47A-D143-34DF-4FF5-BADDD6A459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" y="2668200"/>
              <a:ext cx="3746500" cy="0"/>
            </a:xfrm>
            <a:prstGeom prst="line">
              <a:avLst/>
            </a:prstGeom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7" name="Image 126" descr="Une image contenant clipart, Graphique, dessin humoristique&#10;&#10;Le contenu généré par l’IA peut être incorrect.">
              <a:extLst>
                <a:ext uri="{FF2B5EF4-FFF2-40B4-BE49-F238E27FC236}">
                  <a16:creationId xmlns:a16="http://schemas.microsoft.com/office/drawing/2014/main" id="{D8F7D670-7366-48A2-5C75-19B2580EE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509" t="38141" r="33026" b="30441"/>
            <a:stretch>
              <a:fillRect/>
            </a:stretch>
          </p:blipFill>
          <p:spPr>
            <a:xfrm>
              <a:off x="672618" y="5305373"/>
              <a:ext cx="1052099" cy="1018166"/>
            </a:xfrm>
            <a:prstGeom prst="rect">
              <a:avLst/>
            </a:prstGeom>
            <a:noFill/>
          </p:spPr>
        </p:pic>
        <p:pic>
          <p:nvPicPr>
            <p:cNvPr id="128" name="Image 127" descr="Une image contenant capture d’écran, Graphique, jaune, Rectangle&#10;&#10;Le contenu généré par l’IA peut être incorrect.">
              <a:extLst>
                <a:ext uri="{FF2B5EF4-FFF2-40B4-BE49-F238E27FC236}">
                  <a16:creationId xmlns:a16="http://schemas.microsoft.com/office/drawing/2014/main" id="{FD1642E6-7F1D-47A2-5AA6-A4EE082DA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1825" y="5029606"/>
              <a:ext cx="1338201" cy="1379482"/>
            </a:xfrm>
            <a:prstGeom prst="rect">
              <a:avLst/>
            </a:prstGeom>
            <a:noFill/>
          </p:spPr>
        </p:pic>
        <p:cxnSp>
          <p:nvCxnSpPr>
            <p:cNvPr id="129" name="Connecteur droit 128">
              <a:extLst>
                <a:ext uri="{FF2B5EF4-FFF2-40B4-BE49-F238E27FC236}">
                  <a16:creationId xmlns:a16="http://schemas.microsoft.com/office/drawing/2014/main" id="{A654DECE-76F8-A09D-2433-2908538F79A4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" y="5219801"/>
              <a:ext cx="3746500" cy="0"/>
            </a:xfrm>
            <a:prstGeom prst="line">
              <a:avLst/>
            </a:prstGeom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ZoneTexte 129">
              <a:extLst>
                <a:ext uri="{FF2B5EF4-FFF2-40B4-BE49-F238E27FC236}">
                  <a16:creationId xmlns:a16="http://schemas.microsoft.com/office/drawing/2014/main" id="{C74FC89E-2271-02FF-8960-41A82DEDF89C}"/>
                </a:ext>
              </a:extLst>
            </p:cNvPr>
            <p:cNvSpPr txBox="1"/>
            <p:nvPr/>
          </p:nvSpPr>
          <p:spPr>
            <a:xfrm>
              <a:off x="266700" y="2921000"/>
              <a:ext cx="346710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Python</a:t>
              </a:r>
            </a:p>
            <a:p>
              <a:pPr marL="342900" indent="-3429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HTML</a:t>
              </a:r>
            </a:p>
            <a:p>
              <a:pPr marL="342900" indent="-3429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CSS</a:t>
              </a:r>
            </a:p>
            <a:p>
              <a:pPr marL="342900" indent="-3429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 err="1">
                  <a:solidFill>
                    <a:schemeClr val="bg2">
                      <a:lumMod val="50000"/>
                    </a:schemeClr>
                  </a:solidFill>
                </a:rPr>
                <a:t>javaScript</a:t>
              </a:r>
              <a:endParaRPr lang="fr-FR" sz="320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31" name="Groupe 130">
            <a:extLst>
              <a:ext uri="{FF2B5EF4-FFF2-40B4-BE49-F238E27FC236}">
                <a16:creationId xmlns:a16="http://schemas.microsoft.com/office/drawing/2014/main" id="{B41153AE-5152-68B3-8582-E85F11EE190A}"/>
              </a:ext>
            </a:extLst>
          </p:cNvPr>
          <p:cNvGrpSpPr/>
          <p:nvPr/>
        </p:nvGrpSpPr>
        <p:grpSpPr>
          <a:xfrm>
            <a:off x="26823670" y="1843088"/>
            <a:ext cx="3746500" cy="4646612"/>
            <a:chOff x="4222750" y="1690688"/>
            <a:chExt cx="3746500" cy="4646612"/>
          </a:xfrm>
          <a:solidFill>
            <a:srgbClr val="DBDBDE"/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32" name="Rectangle : coins arrondis 131">
              <a:extLst>
                <a:ext uri="{FF2B5EF4-FFF2-40B4-BE49-F238E27FC236}">
                  <a16:creationId xmlns:a16="http://schemas.microsoft.com/office/drawing/2014/main" id="{2FB5CE6E-49F2-57EC-C2B1-D51A3E556688}"/>
                </a:ext>
              </a:extLst>
            </p:cNvPr>
            <p:cNvSpPr/>
            <p:nvPr/>
          </p:nvSpPr>
          <p:spPr>
            <a:xfrm>
              <a:off x="4222750" y="1690688"/>
              <a:ext cx="3746500" cy="4646612"/>
            </a:xfrm>
            <a:prstGeom prst="roundRect">
              <a:avLst/>
            </a:prstGeom>
            <a:grpFill/>
            <a:ln>
              <a:noFill/>
            </a:ln>
            <a:effectLst>
              <a:outerShdw blurRad="1524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3" name="ZoneTexte 132">
              <a:extLst>
                <a:ext uri="{FF2B5EF4-FFF2-40B4-BE49-F238E27FC236}">
                  <a16:creationId xmlns:a16="http://schemas.microsoft.com/office/drawing/2014/main" id="{E36CDC7D-52D6-9B5C-EF27-0C4B7D596FF7}"/>
                </a:ext>
              </a:extLst>
            </p:cNvPr>
            <p:cNvSpPr txBox="1"/>
            <p:nvPr/>
          </p:nvSpPr>
          <p:spPr>
            <a:xfrm>
              <a:off x="4737100" y="1857676"/>
              <a:ext cx="2667000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IA</a:t>
              </a:r>
            </a:p>
          </p:txBody>
        </p:sp>
        <p:sp>
          <p:nvSpPr>
            <p:cNvPr id="134" name="ZoneTexte 133">
              <a:extLst>
                <a:ext uri="{FF2B5EF4-FFF2-40B4-BE49-F238E27FC236}">
                  <a16:creationId xmlns:a16="http://schemas.microsoft.com/office/drawing/2014/main" id="{FF0DFF2C-AD2E-BBD7-24EC-C0C1AAC74257}"/>
                </a:ext>
              </a:extLst>
            </p:cNvPr>
            <p:cNvSpPr txBox="1"/>
            <p:nvPr/>
          </p:nvSpPr>
          <p:spPr>
            <a:xfrm>
              <a:off x="4362450" y="2782500"/>
              <a:ext cx="3467100" cy="20621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Google Gemini</a:t>
              </a:r>
            </a:p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 err="1">
                  <a:solidFill>
                    <a:schemeClr val="bg2">
                      <a:lumMod val="50000"/>
                    </a:schemeClr>
                  </a:solidFill>
                </a:rPr>
                <a:t>Roo</a:t>
              </a: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</a:p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Google AI Studio</a:t>
              </a:r>
            </a:p>
          </p:txBody>
        </p:sp>
        <p:pic>
          <p:nvPicPr>
            <p:cNvPr id="135" name="Image 134" descr="Une image contenant créativité, Caractère coloré, astronomie&#10;&#10;Le contenu généré par l’IA peut être incorrect.">
              <a:extLst>
                <a:ext uri="{FF2B5EF4-FFF2-40B4-BE49-F238E27FC236}">
                  <a16:creationId xmlns:a16="http://schemas.microsoft.com/office/drawing/2014/main" id="{C253F4EE-3BDC-73F1-D462-75D2C8F90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3273" y="5428304"/>
              <a:ext cx="772304" cy="772304"/>
            </a:xfrm>
            <a:prstGeom prst="rect">
              <a:avLst/>
            </a:prstGeom>
            <a:noFill/>
          </p:spPr>
        </p:pic>
        <p:pic>
          <p:nvPicPr>
            <p:cNvPr id="136" name="Image 135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CEA21072-4E12-8756-48E6-4A6103D96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241"/>
            <a:stretch>
              <a:fillRect/>
            </a:stretch>
          </p:blipFill>
          <p:spPr>
            <a:xfrm>
              <a:off x="5394904" y="5376705"/>
              <a:ext cx="1256950" cy="875502"/>
            </a:xfrm>
            <a:prstGeom prst="rect">
              <a:avLst/>
            </a:prstGeom>
            <a:noFill/>
          </p:spPr>
        </p:pic>
        <p:pic>
          <p:nvPicPr>
            <p:cNvPr id="137" name="Image 136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451548AD-34EF-BB16-0A4A-E07EAD17E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1181" y="5372266"/>
              <a:ext cx="884381" cy="884381"/>
            </a:xfrm>
            <a:prstGeom prst="rect">
              <a:avLst/>
            </a:prstGeom>
            <a:noFill/>
          </p:spPr>
        </p:pic>
        <p:cxnSp>
          <p:nvCxnSpPr>
            <p:cNvPr id="138" name="Connecteur droit 137">
              <a:extLst>
                <a:ext uri="{FF2B5EF4-FFF2-40B4-BE49-F238E27FC236}">
                  <a16:creationId xmlns:a16="http://schemas.microsoft.com/office/drawing/2014/main" id="{7BD9838F-AE7D-9CB1-5C3C-78AB97CBC9FE}"/>
                </a:ext>
              </a:extLst>
            </p:cNvPr>
            <p:cNvCxnSpPr>
              <a:cxnSpLocks/>
            </p:cNvCxnSpPr>
            <p:nvPr/>
          </p:nvCxnSpPr>
          <p:spPr>
            <a:xfrm>
              <a:off x="4222750" y="2668200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eur droit 138">
              <a:extLst>
                <a:ext uri="{FF2B5EF4-FFF2-40B4-BE49-F238E27FC236}">
                  <a16:creationId xmlns:a16="http://schemas.microsoft.com/office/drawing/2014/main" id="{C23A6A57-AE24-D9A3-BA15-558BC189F192}"/>
                </a:ext>
              </a:extLst>
            </p:cNvPr>
            <p:cNvCxnSpPr>
              <a:cxnSpLocks/>
            </p:cNvCxnSpPr>
            <p:nvPr/>
          </p:nvCxnSpPr>
          <p:spPr>
            <a:xfrm>
              <a:off x="4222750" y="5219801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Groupe 139">
            <a:extLst>
              <a:ext uri="{FF2B5EF4-FFF2-40B4-BE49-F238E27FC236}">
                <a16:creationId xmlns:a16="http://schemas.microsoft.com/office/drawing/2014/main" id="{5BB66DC9-E639-702E-3F2E-90CF7F9A368D}"/>
              </a:ext>
            </a:extLst>
          </p:cNvPr>
          <p:cNvGrpSpPr/>
          <p:nvPr/>
        </p:nvGrpSpPr>
        <p:grpSpPr>
          <a:xfrm>
            <a:off x="39131240" y="1843088"/>
            <a:ext cx="3746500" cy="4646612"/>
            <a:chOff x="8343900" y="1690688"/>
            <a:chExt cx="3746500" cy="4646612"/>
          </a:xfrm>
          <a:solidFill>
            <a:srgbClr val="DBDBDE"/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41" name="Rectangle : coins arrondis 140">
              <a:extLst>
                <a:ext uri="{FF2B5EF4-FFF2-40B4-BE49-F238E27FC236}">
                  <a16:creationId xmlns:a16="http://schemas.microsoft.com/office/drawing/2014/main" id="{F1D2917F-25EF-7AD3-2013-30E11816B7FF}"/>
                </a:ext>
              </a:extLst>
            </p:cNvPr>
            <p:cNvSpPr/>
            <p:nvPr/>
          </p:nvSpPr>
          <p:spPr>
            <a:xfrm>
              <a:off x="8343900" y="1690688"/>
              <a:ext cx="3746500" cy="4646612"/>
            </a:xfrm>
            <a:prstGeom prst="roundRect">
              <a:avLst/>
            </a:prstGeom>
            <a:grpFill/>
            <a:ln>
              <a:noFill/>
            </a:ln>
            <a:effectLst>
              <a:outerShdw blurRad="1524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2" name="ZoneTexte 141">
              <a:extLst>
                <a:ext uri="{FF2B5EF4-FFF2-40B4-BE49-F238E27FC236}">
                  <a16:creationId xmlns:a16="http://schemas.microsoft.com/office/drawing/2014/main" id="{3EE74EFC-7A96-8BE3-16EB-2A6F4BAEFE0F}"/>
                </a:ext>
              </a:extLst>
            </p:cNvPr>
            <p:cNvSpPr txBox="1"/>
            <p:nvPr/>
          </p:nvSpPr>
          <p:spPr>
            <a:xfrm>
              <a:off x="8858250" y="1856278"/>
              <a:ext cx="2667000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APIs</a:t>
              </a:r>
            </a:p>
          </p:txBody>
        </p:sp>
        <p:sp>
          <p:nvSpPr>
            <p:cNvPr id="143" name="ZoneTexte 142">
              <a:extLst>
                <a:ext uri="{FF2B5EF4-FFF2-40B4-BE49-F238E27FC236}">
                  <a16:creationId xmlns:a16="http://schemas.microsoft.com/office/drawing/2014/main" id="{12C72C3A-FD22-F65B-18D6-CA7951B21264}"/>
                </a:ext>
              </a:extLst>
            </p:cNvPr>
            <p:cNvSpPr txBox="1"/>
            <p:nvPr/>
          </p:nvSpPr>
          <p:spPr>
            <a:xfrm>
              <a:off x="8483600" y="2921000"/>
              <a:ext cx="3467100" cy="20621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Google APIs</a:t>
              </a:r>
            </a:p>
            <a:p>
              <a:pPr marL="914400" lvl="1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Gmail</a:t>
              </a:r>
            </a:p>
            <a:p>
              <a:pPr marL="914400" lvl="1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 err="1">
                  <a:solidFill>
                    <a:schemeClr val="bg2">
                      <a:lumMod val="50000"/>
                    </a:schemeClr>
                  </a:solidFill>
                </a:rPr>
                <a:t>Calendar</a:t>
              </a:r>
              <a:endParaRPr lang="fr-FR" sz="3200">
                <a:solidFill>
                  <a:schemeClr val="bg2">
                    <a:lumMod val="50000"/>
                  </a:schemeClr>
                </a:solidFill>
              </a:endParaRPr>
            </a:p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 err="1">
                  <a:solidFill>
                    <a:schemeClr val="bg2">
                      <a:lumMod val="50000"/>
                    </a:schemeClr>
                  </a:solidFill>
                </a:rPr>
                <a:t>OpenWeather</a:t>
              </a:r>
              <a:endParaRPr lang="fr-FR" sz="320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pic>
          <p:nvPicPr>
            <p:cNvPr id="144" name="Image 143" descr="Une image contenant Graphique, Caractère coloré, graphisme, créativité&#10;&#10;Le contenu généré par l’IA peut être incorrect.">
              <a:extLst>
                <a:ext uri="{FF2B5EF4-FFF2-40B4-BE49-F238E27FC236}">
                  <a16:creationId xmlns:a16="http://schemas.microsoft.com/office/drawing/2014/main" id="{E8F3EF27-2284-75BD-F6C0-75EE7C947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8445" y="5444737"/>
              <a:ext cx="985918" cy="739438"/>
            </a:xfrm>
            <a:prstGeom prst="rect">
              <a:avLst/>
            </a:prstGeom>
            <a:noFill/>
          </p:spPr>
        </p:pic>
        <p:pic>
          <p:nvPicPr>
            <p:cNvPr id="145" name="Image 144" descr="Une image contenant Graphique, capture d’écran, graphisme, logo&#10;&#10;Le contenu généré par l’IA peut être incorrect.">
              <a:extLst>
                <a:ext uri="{FF2B5EF4-FFF2-40B4-BE49-F238E27FC236}">
                  <a16:creationId xmlns:a16="http://schemas.microsoft.com/office/drawing/2014/main" id="{2861DCC2-2C0C-DE9E-9EEA-74B8B1FB6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0388" y="5438444"/>
              <a:ext cx="752025" cy="752025"/>
            </a:xfrm>
            <a:prstGeom prst="rect">
              <a:avLst/>
            </a:prstGeom>
            <a:noFill/>
          </p:spPr>
        </p:pic>
        <p:pic>
          <p:nvPicPr>
            <p:cNvPr id="146" name="Image 145" descr="Une image contenant clipart, conception, illustration&#10;&#10;Le contenu généré par l’IA peut être incorrect.">
              <a:extLst>
                <a:ext uri="{FF2B5EF4-FFF2-40B4-BE49-F238E27FC236}">
                  <a16:creationId xmlns:a16="http://schemas.microsoft.com/office/drawing/2014/main" id="{CDEF293B-E4C1-F39D-000C-333AD77F2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62281" y="5320247"/>
              <a:ext cx="988419" cy="988419"/>
            </a:xfrm>
            <a:prstGeom prst="rect">
              <a:avLst/>
            </a:prstGeom>
            <a:noFill/>
          </p:spPr>
        </p:pic>
        <p:cxnSp>
          <p:nvCxnSpPr>
            <p:cNvPr id="147" name="Connecteur droit 146">
              <a:extLst>
                <a:ext uri="{FF2B5EF4-FFF2-40B4-BE49-F238E27FC236}">
                  <a16:creationId xmlns:a16="http://schemas.microsoft.com/office/drawing/2014/main" id="{14A542BE-D3AC-83A3-31B5-554C2B06DDC7}"/>
                </a:ext>
              </a:extLst>
            </p:cNvPr>
            <p:cNvCxnSpPr>
              <a:cxnSpLocks/>
            </p:cNvCxnSpPr>
            <p:nvPr/>
          </p:nvCxnSpPr>
          <p:spPr>
            <a:xfrm>
              <a:off x="8343900" y="2668200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eur droit 147">
              <a:extLst>
                <a:ext uri="{FF2B5EF4-FFF2-40B4-BE49-F238E27FC236}">
                  <a16:creationId xmlns:a16="http://schemas.microsoft.com/office/drawing/2014/main" id="{93F98571-7B75-430B-9616-6990CB620C95}"/>
                </a:ext>
              </a:extLst>
            </p:cNvPr>
            <p:cNvCxnSpPr>
              <a:cxnSpLocks/>
            </p:cNvCxnSpPr>
            <p:nvPr/>
          </p:nvCxnSpPr>
          <p:spPr>
            <a:xfrm>
              <a:off x="8343900" y="5219801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0" name="Rectangle : coins arrondis 149">
            <a:extLst>
              <a:ext uri="{FF2B5EF4-FFF2-40B4-BE49-F238E27FC236}">
                <a16:creationId xmlns:a16="http://schemas.microsoft.com/office/drawing/2014/main" id="{FF521801-3C71-591D-8A92-BE2871921807}"/>
              </a:ext>
            </a:extLst>
          </p:cNvPr>
          <p:cNvSpPr/>
          <p:nvPr/>
        </p:nvSpPr>
        <p:spPr>
          <a:xfrm>
            <a:off x="19056012" y="2743200"/>
            <a:ext cx="10309009" cy="304800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1" name="ZoneTexte 150">
            <a:extLst>
              <a:ext uri="{FF2B5EF4-FFF2-40B4-BE49-F238E27FC236}">
                <a16:creationId xmlns:a16="http://schemas.microsoft.com/office/drawing/2014/main" id="{43293748-B5F3-F180-1820-4F3C1FDBAE8A}"/>
              </a:ext>
            </a:extLst>
          </p:cNvPr>
          <p:cNvSpPr txBox="1"/>
          <p:nvPr/>
        </p:nvSpPr>
        <p:spPr>
          <a:xfrm>
            <a:off x="23123213" y="2890391"/>
            <a:ext cx="2419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Navigateur (</a:t>
            </a:r>
            <a:r>
              <a:rPr lang="fr-FR" sz="32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Front-end</a:t>
            </a:r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pic>
        <p:nvPicPr>
          <p:cNvPr id="152" name="Image 151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7F754159-2B44-C748-DBCF-3B28E6374892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rgbClr val="DBDBD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8998" y="4114800"/>
            <a:ext cx="1588074" cy="1588074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1">
                <a:lumMod val="75000"/>
              </a:schemeClr>
            </a:outerShdw>
          </a:effectLst>
        </p:spPr>
      </p:pic>
      <p:sp>
        <p:nvSpPr>
          <p:cNvPr id="153" name="Rectangle : coins arrondis 152">
            <a:extLst>
              <a:ext uri="{FF2B5EF4-FFF2-40B4-BE49-F238E27FC236}">
                <a16:creationId xmlns:a16="http://schemas.microsoft.com/office/drawing/2014/main" id="{DD065548-B996-649D-DC8F-E5CC82EEE634}"/>
              </a:ext>
            </a:extLst>
          </p:cNvPr>
          <p:cNvSpPr/>
          <p:nvPr/>
        </p:nvSpPr>
        <p:spPr>
          <a:xfrm>
            <a:off x="20629741" y="2743200"/>
            <a:ext cx="3546118" cy="304291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4" name="Image 153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85E162FE-F8FB-A900-BCDA-E636B21135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2657" y="4299380"/>
            <a:ext cx="3360285" cy="1315236"/>
          </a:xfrm>
          <a:prstGeom prst="rect">
            <a:avLst/>
          </a:prstGeom>
        </p:spPr>
      </p:pic>
      <p:sp>
        <p:nvSpPr>
          <p:cNvPr id="155" name="ZoneTexte 154">
            <a:extLst>
              <a:ext uri="{FF2B5EF4-FFF2-40B4-BE49-F238E27FC236}">
                <a16:creationId xmlns:a16="http://schemas.microsoft.com/office/drawing/2014/main" id="{988219BA-F567-E2AB-5DF7-5FF23A2B854F}"/>
              </a:ext>
            </a:extLst>
          </p:cNvPr>
          <p:cNvSpPr txBox="1"/>
          <p:nvPr/>
        </p:nvSpPr>
        <p:spPr>
          <a:xfrm>
            <a:off x="21192977" y="2890391"/>
            <a:ext cx="2419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API Flask</a:t>
            </a:r>
          </a:p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fr-FR" sz="32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Back-end</a:t>
            </a:r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156" name="Rectangle : coins arrondis 155">
            <a:extLst>
              <a:ext uri="{FF2B5EF4-FFF2-40B4-BE49-F238E27FC236}">
                <a16:creationId xmlns:a16="http://schemas.microsoft.com/office/drawing/2014/main" id="{E03AC644-2419-CCD4-74EE-8B4C8E3F6765}"/>
              </a:ext>
            </a:extLst>
          </p:cNvPr>
          <p:cNvSpPr/>
          <p:nvPr/>
        </p:nvSpPr>
        <p:spPr>
          <a:xfrm>
            <a:off x="24460316" y="2743200"/>
            <a:ext cx="3546118" cy="304291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7E6CBD10-E73E-7FD6-AC40-3BCE9B41ACAF}"/>
              </a:ext>
            </a:extLst>
          </p:cNvPr>
          <p:cNvSpPr txBox="1"/>
          <p:nvPr/>
        </p:nvSpPr>
        <p:spPr>
          <a:xfrm>
            <a:off x="24537988" y="3136612"/>
            <a:ext cx="3351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APIs Externes</a:t>
            </a:r>
          </a:p>
        </p:txBody>
      </p:sp>
      <p:pic>
        <p:nvPicPr>
          <p:cNvPr id="158" name="Image 157" descr="Une image contenant Graphique, Caractère coloré, graphisme, créativité&#10;&#10;Le contenu généré par l’IA peut être incorrect.">
            <a:extLst>
              <a:ext uri="{FF2B5EF4-FFF2-40B4-BE49-F238E27FC236}">
                <a16:creationId xmlns:a16="http://schemas.microsoft.com/office/drawing/2014/main" id="{156A4133-C93E-D785-BC5D-D269378AD9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4179" y="4650401"/>
            <a:ext cx="985918" cy="739438"/>
          </a:xfrm>
          <a:prstGeom prst="rect">
            <a:avLst/>
          </a:prstGeom>
          <a:noFill/>
        </p:spPr>
      </p:pic>
      <p:pic>
        <p:nvPicPr>
          <p:cNvPr id="159" name="Image 158" descr="Une image contenant Graphique, capture d’écran, graphisme, logo&#10;&#10;Le contenu généré par l’IA peut être incorrect.">
            <a:extLst>
              <a:ext uri="{FF2B5EF4-FFF2-40B4-BE49-F238E27FC236}">
                <a16:creationId xmlns:a16="http://schemas.microsoft.com/office/drawing/2014/main" id="{E715199F-E991-02A8-C868-61C4D5976C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6122" y="4644108"/>
            <a:ext cx="752025" cy="752025"/>
          </a:xfrm>
          <a:prstGeom prst="rect">
            <a:avLst/>
          </a:prstGeom>
          <a:noFill/>
        </p:spPr>
      </p:pic>
      <p:pic>
        <p:nvPicPr>
          <p:cNvPr id="160" name="Image 159" descr="Une image contenant clipart, conception, illustration&#10;&#10;Le contenu généré par l’IA peut être incorrect.">
            <a:extLst>
              <a:ext uri="{FF2B5EF4-FFF2-40B4-BE49-F238E27FC236}">
                <a16:creationId xmlns:a16="http://schemas.microsoft.com/office/drawing/2014/main" id="{807644E5-FF50-9108-93D9-DD6A8DFAB2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8015" y="4525911"/>
            <a:ext cx="988419" cy="988419"/>
          </a:xfrm>
          <a:prstGeom prst="rect">
            <a:avLst/>
          </a:prstGeom>
          <a:noFill/>
        </p:spPr>
      </p:pic>
      <p:sp>
        <p:nvSpPr>
          <p:cNvPr id="161" name="Flèche : double flèche horizontale 160">
            <a:extLst>
              <a:ext uri="{FF2B5EF4-FFF2-40B4-BE49-F238E27FC236}">
                <a16:creationId xmlns:a16="http://schemas.microsoft.com/office/drawing/2014/main" id="{110D2D0B-C646-B8C9-FAC9-EAFDD9CB656E}"/>
              </a:ext>
            </a:extLst>
          </p:cNvPr>
          <p:cNvSpPr/>
          <p:nvPr/>
        </p:nvSpPr>
        <p:spPr>
          <a:xfrm>
            <a:off x="16807576" y="3967609"/>
            <a:ext cx="1006520" cy="353962"/>
          </a:xfrm>
          <a:prstGeom prst="leftRightArrow">
            <a:avLst/>
          </a:prstGeom>
          <a:solidFill>
            <a:srgbClr val="8C94B4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2" name="Flèche : double flèche horizontale 161">
            <a:extLst>
              <a:ext uri="{FF2B5EF4-FFF2-40B4-BE49-F238E27FC236}">
                <a16:creationId xmlns:a16="http://schemas.microsoft.com/office/drawing/2014/main" id="{7578412A-3CEF-1B42-FCBB-A5F6B2C85B08}"/>
              </a:ext>
            </a:extLst>
          </p:cNvPr>
          <p:cNvSpPr/>
          <p:nvPr/>
        </p:nvSpPr>
        <p:spPr>
          <a:xfrm>
            <a:off x="23709584" y="3967609"/>
            <a:ext cx="1006520" cy="353962"/>
          </a:xfrm>
          <a:prstGeom prst="leftRightArrow">
            <a:avLst/>
          </a:prstGeom>
          <a:solidFill>
            <a:srgbClr val="8C94B4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44456677-ABDA-A65C-F72D-5AADCBB571A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52618" y="-3676"/>
            <a:ext cx="94297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140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AF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F8F7C-B191-A27E-699F-CC0CEC3C9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A7619-335B-233A-995B-077CDE2C4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600">
                <a:solidFill>
                  <a:srgbClr val="34495E"/>
                </a:solidFill>
                <a:latin typeface="Agency FB" panose="020B0503020202020204" pitchFamily="34" charset="0"/>
              </a:rPr>
              <a:t>Outils Utilisés</a:t>
            </a:r>
          </a:p>
        </p:txBody>
      </p:sp>
      <p:grpSp>
        <p:nvGrpSpPr>
          <p:cNvPr id="79" name="Groupe 78">
            <a:extLst>
              <a:ext uri="{FF2B5EF4-FFF2-40B4-BE49-F238E27FC236}">
                <a16:creationId xmlns:a16="http://schemas.microsoft.com/office/drawing/2014/main" id="{F7632BB6-10BA-C3B6-9FBF-698D38D535D6}"/>
              </a:ext>
            </a:extLst>
          </p:cNvPr>
          <p:cNvGrpSpPr/>
          <p:nvPr/>
        </p:nvGrpSpPr>
        <p:grpSpPr>
          <a:xfrm>
            <a:off x="101600" y="1690688"/>
            <a:ext cx="3746500" cy="4718400"/>
            <a:chOff x="101600" y="1690688"/>
            <a:chExt cx="3746500" cy="4718400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3F183895-2189-5EC4-EC4C-D742030FE0A0}"/>
                </a:ext>
              </a:extLst>
            </p:cNvPr>
            <p:cNvSpPr/>
            <p:nvPr/>
          </p:nvSpPr>
          <p:spPr>
            <a:xfrm>
              <a:off x="101600" y="1690688"/>
              <a:ext cx="3746500" cy="4646612"/>
            </a:xfrm>
            <a:prstGeom prst="roundRect">
              <a:avLst/>
            </a:prstGeom>
            <a:solidFill>
              <a:srgbClr val="DBDBDE"/>
            </a:solidFill>
            <a:ln>
              <a:noFill/>
            </a:ln>
            <a:effectLst>
              <a:outerShdw blurRad="1524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9069731B-1B79-90F3-DCC2-0335DFD513C5}"/>
                </a:ext>
              </a:extLst>
            </p:cNvPr>
            <p:cNvSpPr txBox="1"/>
            <p:nvPr/>
          </p:nvSpPr>
          <p:spPr>
            <a:xfrm>
              <a:off x="641350" y="1856278"/>
              <a:ext cx="2667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Langages</a:t>
              </a:r>
            </a:p>
          </p:txBody>
        </p: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51A27510-3884-1E5A-47FF-285C8B44AACC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" y="2668200"/>
              <a:ext cx="3746500" cy="0"/>
            </a:xfrm>
            <a:prstGeom prst="line">
              <a:avLst/>
            </a:prstGeom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Image 9" descr="Une image contenant clipart, Graphique, dessin humoristique&#10;&#10;Le contenu généré par l’IA peut être incorrect.">
              <a:extLst>
                <a:ext uri="{FF2B5EF4-FFF2-40B4-BE49-F238E27FC236}">
                  <a16:creationId xmlns:a16="http://schemas.microsoft.com/office/drawing/2014/main" id="{F3EED8F0-F6D5-DF13-9651-3209FA197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509" t="38141" r="33026" b="30441"/>
            <a:stretch>
              <a:fillRect/>
            </a:stretch>
          </p:blipFill>
          <p:spPr>
            <a:xfrm>
              <a:off x="672618" y="5305373"/>
              <a:ext cx="1052099" cy="1018166"/>
            </a:xfrm>
            <a:prstGeom prst="rect">
              <a:avLst/>
            </a:prstGeom>
            <a:noFill/>
          </p:spPr>
        </p:pic>
        <p:pic>
          <p:nvPicPr>
            <p:cNvPr id="13" name="Image 12" descr="Une image contenant capture d’écran, Graphique, jaune, Rectangle&#10;&#10;Le contenu généré par l’IA peut être incorrect.">
              <a:extLst>
                <a:ext uri="{FF2B5EF4-FFF2-40B4-BE49-F238E27FC236}">
                  <a16:creationId xmlns:a16="http://schemas.microsoft.com/office/drawing/2014/main" id="{8B5598E0-7281-106D-6921-E4B665149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1825" y="5029606"/>
              <a:ext cx="1338201" cy="1379482"/>
            </a:xfrm>
            <a:prstGeom prst="rect">
              <a:avLst/>
            </a:prstGeom>
            <a:noFill/>
          </p:spPr>
        </p:pic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40CEF639-9B59-4614-3C2A-12A42D547A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" y="5219801"/>
              <a:ext cx="3746500" cy="0"/>
            </a:xfrm>
            <a:prstGeom prst="line">
              <a:avLst/>
            </a:prstGeom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B1F9CBA9-C52A-F07B-34F9-6D11E8B15E44}"/>
                </a:ext>
              </a:extLst>
            </p:cNvPr>
            <p:cNvSpPr txBox="1"/>
            <p:nvPr/>
          </p:nvSpPr>
          <p:spPr>
            <a:xfrm>
              <a:off x="266700" y="2921000"/>
              <a:ext cx="346710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Python</a:t>
              </a:r>
            </a:p>
            <a:p>
              <a:pPr marL="342900" indent="-3429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HTML</a:t>
              </a:r>
            </a:p>
            <a:p>
              <a:pPr marL="342900" indent="-3429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CSS</a:t>
              </a:r>
            </a:p>
            <a:p>
              <a:pPr marL="342900" indent="-3429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 err="1">
                  <a:solidFill>
                    <a:schemeClr val="bg2">
                      <a:lumMod val="50000"/>
                    </a:schemeClr>
                  </a:solidFill>
                </a:rPr>
                <a:t>javaScript</a:t>
              </a:r>
              <a:endParaRPr lang="fr-FR" sz="320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6152966-33D9-33B2-FFDD-19B0F41C4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5</a:t>
            </a:fld>
            <a:endParaRPr lang="fr-FR"/>
          </a:p>
        </p:txBody>
      </p: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E2E2D599-E5A0-C809-42C8-3CDF1B54B2EE}"/>
              </a:ext>
            </a:extLst>
          </p:cNvPr>
          <p:cNvGrpSpPr/>
          <p:nvPr/>
        </p:nvGrpSpPr>
        <p:grpSpPr>
          <a:xfrm>
            <a:off x="4222750" y="1690688"/>
            <a:ext cx="3746500" cy="4646612"/>
            <a:chOff x="4222750" y="1690688"/>
            <a:chExt cx="3746500" cy="4646612"/>
          </a:xfrm>
          <a:solidFill>
            <a:srgbClr val="DBDBDE"/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39B8CE14-C42D-2187-F995-460E52F2D206}"/>
                </a:ext>
              </a:extLst>
            </p:cNvPr>
            <p:cNvSpPr/>
            <p:nvPr/>
          </p:nvSpPr>
          <p:spPr>
            <a:xfrm>
              <a:off x="4222750" y="1690688"/>
              <a:ext cx="3746500" cy="4646612"/>
            </a:xfrm>
            <a:prstGeom prst="roundRect">
              <a:avLst/>
            </a:prstGeom>
            <a:grpFill/>
            <a:ln>
              <a:noFill/>
            </a:ln>
            <a:effectLst>
              <a:outerShdw blurRad="1524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5AE6F6EE-9A07-019B-DF0F-121E98E88E32}"/>
                </a:ext>
              </a:extLst>
            </p:cNvPr>
            <p:cNvSpPr txBox="1"/>
            <p:nvPr/>
          </p:nvSpPr>
          <p:spPr>
            <a:xfrm>
              <a:off x="4737100" y="1857676"/>
              <a:ext cx="2667000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IA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C40D9A2A-C398-70B5-6C60-88704E0D5566}"/>
                </a:ext>
              </a:extLst>
            </p:cNvPr>
            <p:cNvSpPr txBox="1"/>
            <p:nvPr/>
          </p:nvSpPr>
          <p:spPr>
            <a:xfrm>
              <a:off x="4362450" y="2782500"/>
              <a:ext cx="3467100" cy="20621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Google Gemini</a:t>
              </a:r>
            </a:p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 err="1">
                  <a:solidFill>
                    <a:schemeClr val="bg2">
                      <a:lumMod val="50000"/>
                    </a:schemeClr>
                  </a:solidFill>
                </a:rPr>
                <a:t>Roo</a:t>
              </a: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</a:p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Google AI Studio</a:t>
              </a:r>
            </a:p>
          </p:txBody>
        </p:sp>
        <p:pic>
          <p:nvPicPr>
            <p:cNvPr id="20" name="Image 19" descr="Une image contenant créativité, Caractère coloré, astronomie&#10;&#10;Le contenu généré par l’IA peut être incorrect.">
              <a:extLst>
                <a:ext uri="{FF2B5EF4-FFF2-40B4-BE49-F238E27FC236}">
                  <a16:creationId xmlns:a16="http://schemas.microsoft.com/office/drawing/2014/main" id="{14707535-002B-FAF4-5423-99234DF92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3273" y="5428304"/>
              <a:ext cx="772304" cy="772304"/>
            </a:xfrm>
            <a:prstGeom prst="rect">
              <a:avLst/>
            </a:prstGeom>
            <a:noFill/>
          </p:spPr>
        </p:pic>
        <p:pic>
          <p:nvPicPr>
            <p:cNvPr id="22" name="Image 21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BD6DC2EC-42DF-32FD-E867-7F95576DA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241"/>
            <a:stretch>
              <a:fillRect/>
            </a:stretch>
          </p:blipFill>
          <p:spPr>
            <a:xfrm>
              <a:off x="5394904" y="5376705"/>
              <a:ext cx="1256950" cy="875502"/>
            </a:xfrm>
            <a:prstGeom prst="rect">
              <a:avLst/>
            </a:prstGeom>
            <a:noFill/>
          </p:spPr>
        </p:pic>
        <p:pic>
          <p:nvPicPr>
            <p:cNvPr id="26" name="Image 25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49993D6B-6A62-3717-E240-7B5054C86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1181" y="5372266"/>
              <a:ext cx="884381" cy="884381"/>
            </a:xfrm>
            <a:prstGeom prst="rect">
              <a:avLst/>
            </a:prstGeom>
            <a:noFill/>
          </p:spPr>
        </p:pic>
        <p:cxnSp>
          <p:nvCxnSpPr>
            <p:cNvPr id="71" name="Connecteur droit 70">
              <a:extLst>
                <a:ext uri="{FF2B5EF4-FFF2-40B4-BE49-F238E27FC236}">
                  <a16:creationId xmlns:a16="http://schemas.microsoft.com/office/drawing/2014/main" id="{F8D58EBD-B4E0-E96A-C149-FDE3A7213E05}"/>
                </a:ext>
              </a:extLst>
            </p:cNvPr>
            <p:cNvCxnSpPr>
              <a:cxnSpLocks/>
            </p:cNvCxnSpPr>
            <p:nvPr/>
          </p:nvCxnSpPr>
          <p:spPr>
            <a:xfrm>
              <a:off x="4222750" y="2668200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BC527E8A-9E9B-65EC-88FF-E88A9289640D}"/>
                </a:ext>
              </a:extLst>
            </p:cNvPr>
            <p:cNvCxnSpPr>
              <a:cxnSpLocks/>
            </p:cNvCxnSpPr>
            <p:nvPr/>
          </p:nvCxnSpPr>
          <p:spPr>
            <a:xfrm>
              <a:off x="4222750" y="5219801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3E15D1A6-6C6E-0AC7-C9CB-D9471BEB2885}"/>
              </a:ext>
            </a:extLst>
          </p:cNvPr>
          <p:cNvGrpSpPr/>
          <p:nvPr/>
        </p:nvGrpSpPr>
        <p:grpSpPr>
          <a:xfrm>
            <a:off x="8343900" y="1690688"/>
            <a:ext cx="3746500" cy="4646612"/>
            <a:chOff x="8343900" y="1690688"/>
            <a:chExt cx="3746500" cy="4646612"/>
          </a:xfrm>
          <a:solidFill>
            <a:srgbClr val="DBDBDE"/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AACC3306-61D3-8638-74AD-DBDE1FCA8E95}"/>
                </a:ext>
              </a:extLst>
            </p:cNvPr>
            <p:cNvSpPr/>
            <p:nvPr/>
          </p:nvSpPr>
          <p:spPr>
            <a:xfrm>
              <a:off x="8343900" y="1690688"/>
              <a:ext cx="3746500" cy="4646612"/>
            </a:xfrm>
            <a:prstGeom prst="roundRect">
              <a:avLst/>
            </a:prstGeom>
            <a:grpFill/>
            <a:ln>
              <a:noFill/>
            </a:ln>
            <a:effectLst>
              <a:outerShdw blurRad="1524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80F8E362-F71C-528E-7939-E6C41B8DEA03}"/>
                </a:ext>
              </a:extLst>
            </p:cNvPr>
            <p:cNvSpPr txBox="1"/>
            <p:nvPr/>
          </p:nvSpPr>
          <p:spPr>
            <a:xfrm>
              <a:off x="8858250" y="1856278"/>
              <a:ext cx="2667000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APIs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5841BF4E-BF40-9349-BC1B-37C73196EE02}"/>
                </a:ext>
              </a:extLst>
            </p:cNvPr>
            <p:cNvSpPr txBox="1"/>
            <p:nvPr/>
          </p:nvSpPr>
          <p:spPr>
            <a:xfrm>
              <a:off x="8483600" y="2921000"/>
              <a:ext cx="3467100" cy="20621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Google APIs</a:t>
              </a:r>
            </a:p>
            <a:p>
              <a:pPr marL="914400" lvl="1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Gmail</a:t>
              </a:r>
            </a:p>
            <a:p>
              <a:pPr marL="914400" lvl="1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 err="1">
                  <a:solidFill>
                    <a:schemeClr val="bg2">
                      <a:lumMod val="50000"/>
                    </a:schemeClr>
                  </a:solidFill>
                </a:rPr>
                <a:t>Calendar</a:t>
              </a:r>
              <a:endParaRPr lang="fr-FR" sz="3200">
                <a:solidFill>
                  <a:schemeClr val="bg2">
                    <a:lumMod val="50000"/>
                  </a:schemeClr>
                </a:solidFill>
              </a:endParaRPr>
            </a:p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 err="1">
                  <a:solidFill>
                    <a:schemeClr val="bg2">
                      <a:lumMod val="50000"/>
                    </a:schemeClr>
                  </a:solidFill>
                </a:rPr>
                <a:t>OpenWeather</a:t>
              </a:r>
              <a:endParaRPr lang="fr-FR" sz="320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pic>
          <p:nvPicPr>
            <p:cNvPr id="29" name="Image 28" descr="Une image contenant Graphique, Caractère coloré, graphisme, créativité&#10;&#10;Le contenu généré par l’IA peut être incorrect.">
              <a:extLst>
                <a:ext uri="{FF2B5EF4-FFF2-40B4-BE49-F238E27FC236}">
                  <a16:creationId xmlns:a16="http://schemas.microsoft.com/office/drawing/2014/main" id="{D8AB9024-D3FE-C351-DAD9-58A213663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8445" y="5444737"/>
              <a:ext cx="985918" cy="7394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Image 30" descr="Une image contenant Graphique, capture d’écran, graphisme, logo&#10;&#10;Le contenu généré par l’IA peut être incorrect.">
              <a:extLst>
                <a:ext uri="{FF2B5EF4-FFF2-40B4-BE49-F238E27FC236}">
                  <a16:creationId xmlns:a16="http://schemas.microsoft.com/office/drawing/2014/main" id="{78881C90-668F-81B4-F18E-8D098043C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0388" y="5438444"/>
              <a:ext cx="752025" cy="752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Image 34" descr="Une image contenant clipart, conception, illustration&#10;&#10;Le contenu généré par l’IA peut être incorrect.">
              <a:extLst>
                <a:ext uri="{FF2B5EF4-FFF2-40B4-BE49-F238E27FC236}">
                  <a16:creationId xmlns:a16="http://schemas.microsoft.com/office/drawing/2014/main" id="{9136E7B8-E398-033D-3295-19BF47214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62281" y="5320247"/>
              <a:ext cx="988419" cy="9884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2" name="Connecteur droit 71">
              <a:extLst>
                <a:ext uri="{FF2B5EF4-FFF2-40B4-BE49-F238E27FC236}">
                  <a16:creationId xmlns:a16="http://schemas.microsoft.com/office/drawing/2014/main" id="{7728A990-DD5C-4FF9-606F-36906D08588B}"/>
                </a:ext>
              </a:extLst>
            </p:cNvPr>
            <p:cNvCxnSpPr>
              <a:cxnSpLocks/>
            </p:cNvCxnSpPr>
            <p:nvPr/>
          </p:nvCxnSpPr>
          <p:spPr>
            <a:xfrm>
              <a:off x="8343900" y="2668200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eur droit 77">
              <a:extLst>
                <a:ext uri="{FF2B5EF4-FFF2-40B4-BE49-F238E27FC236}">
                  <a16:creationId xmlns:a16="http://schemas.microsoft.com/office/drawing/2014/main" id="{8FC00742-8D37-0BEF-419E-CFAF422F6FF5}"/>
                </a:ext>
              </a:extLst>
            </p:cNvPr>
            <p:cNvCxnSpPr>
              <a:cxnSpLocks/>
            </p:cNvCxnSpPr>
            <p:nvPr/>
          </p:nvCxnSpPr>
          <p:spPr>
            <a:xfrm>
              <a:off x="8343900" y="5219801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e 114">
            <a:extLst>
              <a:ext uri="{FF2B5EF4-FFF2-40B4-BE49-F238E27FC236}">
                <a16:creationId xmlns:a16="http://schemas.microsoft.com/office/drawing/2014/main" id="{AFB94892-2806-ACEE-21FA-C0DDEDE6CD71}"/>
              </a:ext>
            </a:extLst>
          </p:cNvPr>
          <p:cNvGrpSpPr/>
          <p:nvPr/>
        </p:nvGrpSpPr>
        <p:grpSpPr>
          <a:xfrm>
            <a:off x="-35151372" y="1690688"/>
            <a:ext cx="3746500" cy="4646612"/>
            <a:chOff x="101600" y="1690688"/>
            <a:chExt cx="3746500" cy="4646612"/>
          </a:xfrm>
          <a:solidFill>
            <a:srgbClr val="DBDBDE"/>
          </a:solidFill>
          <a:effectLst>
            <a:outerShdw blurRad="254000" sx="102000" sy="102000" algn="ctr" rotWithShape="0">
              <a:prstClr val="black">
                <a:alpha val="30000"/>
              </a:prstClr>
            </a:outerShdw>
          </a:effectLst>
        </p:grpSpPr>
        <p:grpSp>
          <p:nvGrpSpPr>
            <p:cNvPr id="116" name="Groupe 115">
              <a:extLst>
                <a:ext uri="{FF2B5EF4-FFF2-40B4-BE49-F238E27FC236}">
                  <a16:creationId xmlns:a16="http://schemas.microsoft.com/office/drawing/2014/main" id="{497C4630-00D5-BBB6-F2D3-4DEE3C806DA8}"/>
                </a:ext>
              </a:extLst>
            </p:cNvPr>
            <p:cNvGrpSpPr/>
            <p:nvPr/>
          </p:nvGrpSpPr>
          <p:grpSpPr>
            <a:xfrm>
              <a:off x="101600" y="1690688"/>
              <a:ext cx="3746500" cy="4646612"/>
              <a:chOff x="101600" y="1690688"/>
              <a:chExt cx="3746500" cy="4646612"/>
            </a:xfrm>
            <a:grpFill/>
          </p:grpSpPr>
          <p:sp>
            <p:nvSpPr>
              <p:cNvPr id="118" name="Rectangle : coins arrondis 117">
                <a:extLst>
                  <a:ext uri="{FF2B5EF4-FFF2-40B4-BE49-F238E27FC236}">
                    <a16:creationId xmlns:a16="http://schemas.microsoft.com/office/drawing/2014/main" id="{650D4750-2253-729F-05C3-3A716F9315BE}"/>
                  </a:ext>
                </a:extLst>
              </p:cNvPr>
              <p:cNvSpPr/>
              <p:nvPr/>
            </p:nvSpPr>
            <p:spPr>
              <a:xfrm>
                <a:off x="101600" y="1690688"/>
                <a:ext cx="3746500" cy="4646612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524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9" name="ZoneTexte 118">
                <a:extLst>
                  <a:ext uri="{FF2B5EF4-FFF2-40B4-BE49-F238E27FC236}">
                    <a16:creationId xmlns:a16="http://schemas.microsoft.com/office/drawing/2014/main" id="{C46F6790-1134-4A5D-EBB9-55BBC5F03A1E}"/>
                  </a:ext>
                </a:extLst>
              </p:cNvPr>
              <p:cNvSpPr txBox="1"/>
              <p:nvPr/>
            </p:nvSpPr>
            <p:spPr>
              <a:xfrm>
                <a:off x="641350" y="1856278"/>
                <a:ext cx="2667000" cy="70788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000" b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Concept</a:t>
                </a:r>
              </a:p>
            </p:txBody>
          </p:sp>
          <p:sp>
            <p:nvSpPr>
              <p:cNvPr id="120" name="ZoneTexte 119">
                <a:extLst>
                  <a:ext uri="{FF2B5EF4-FFF2-40B4-BE49-F238E27FC236}">
                    <a16:creationId xmlns:a16="http://schemas.microsoft.com/office/drawing/2014/main" id="{131332C2-76BE-E846-6981-5C30CE040124}"/>
                  </a:ext>
                </a:extLst>
              </p:cNvPr>
              <p:cNvSpPr txBox="1"/>
              <p:nvPr/>
            </p:nvSpPr>
            <p:spPr>
              <a:xfrm>
                <a:off x="266700" y="2921000"/>
                <a:ext cx="3467100" cy="267765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fr-FR" sz="2400" b="1">
                    <a:solidFill>
                      <a:schemeClr val="bg2">
                        <a:lumMod val="50000"/>
                      </a:schemeClr>
                    </a:solidFill>
                  </a:rPr>
                  <a:t>Un assistant personnel intelligent et centralisé. Le nom "Majordome Bieber" suggère un service personnalisé, efficace et toujours disponible.</a:t>
                </a:r>
              </a:p>
            </p:txBody>
          </p:sp>
        </p:grpSp>
        <p:cxnSp>
          <p:nvCxnSpPr>
            <p:cNvPr id="117" name="Connecteur droit 116">
              <a:extLst>
                <a:ext uri="{FF2B5EF4-FFF2-40B4-BE49-F238E27FC236}">
                  <a16:creationId xmlns:a16="http://schemas.microsoft.com/office/drawing/2014/main" id="{4C1B8B4D-22B5-57AF-7D0F-42B44204F66C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" y="2668200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e 120">
            <a:extLst>
              <a:ext uri="{FF2B5EF4-FFF2-40B4-BE49-F238E27FC236}">
                <a16:creationId xmlns:a16="http://schemas.microsoft.com/office/drawing/2014/main" id="{1F4FFF74-B546-194D-A458-35028ED91FC6}"/>
              </a:ext>
            </a:extLst>
          </p:cNvPr>
          <p:cNvGrpSpPr/>
          <p:nvPr/>
        </p:nvGrpSpPr>
        <p:grpSpPr>
          <a:xfrm>
            <a:off x="-21299299" y="1662054"/>
            <a:ext cx="3886200" cy="4646612"/>
            <a:chOff x="4083050" y="1690688"/>
            <a:chExt cx="3886200" cy="4646612"/>
          </a:xfrm>
          <a:solidFill>
            <a:srgbClr val="DBDBDE"/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C3A9C910-B4D6-EA1B-5F0E-A3F3A0F76758}"/>
                </a:ext>
              </a:extLst>
            </p:cNvPr>
            <p:cNvGrpSpPr/>
            <p:nvPr/>
          </p:nvGrpSpPr>
          <p:grpSpPr>
            <a:xfrm>
              <a:off x="4222750" y="1690688"/>
              <a:ext cx="3746500" cy="4646612"/>
              <a:chOff x="4222750" y="1690688"/>
              <a:chExt cx="3746500" cy="4646612"/>
            </a:xfrm>
            <a:grpFill/>
          </p:grpSpPr>
          <p:sp>
            <p:nvSpPr>
              <p:cNvPr id="124" name="Rectangle : coins arrondis 123">
                <a:extLst>
                  <a:ext uri="{FF2B5EF4-FFF2-40B4-BE49-F238E27FC236}">
                    <a16:creationId xmlns:a16="http://schemas.microsoft.com/office/drawing/2014/main" id="{CC726BED-3AED-1251-37AE-22B0DFAD8511}"/>
                  </a:ext>
                </a:extLst>
              </p:cNvPr>
              <p:cNvSpPr/>
              <p:nvPr/>
            </p:nvSpPr>
            <p:spPr>
              <a:xfrm>
                <a:off x="4222750" y="1690688"/>
                <a:ext cx="3746500" cy="4646612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524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5" name="ZoneTexte 124">
                <a:extLst>
                  <a:ext uri="{FF2B5EF4-FFF2-40B4-BE49-F238E27FC236}">
                    <a16:creationId xmlns:a16="http://schemas.microsoft.com/office/drawing/2014/main" id="{D3A9CD49-7855-96F6-DE81-DE39AB262990}"/>
                  </a:ext>
                </a:extLst>
              </p:cNvPr>
              <p:cNvSpPr txBox="1"/>
              <p:nvPr/>
            </p:nvSpPr>
            <p:spPr>
              <a:xfrm>
                <a:off x="4737100" y="1857676"/>
                <a:ext cx="2667000" cy="70788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000" b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But</a:t>
                </a:r>
              </a:p>
            </p:txBody>
          </p:sp>
          <p:sp>
            <p:nvSpPr>
              <p:cNvPr id="126" name="ZoneTexte 125">
                <a:extLst>
                  <a:ext uri="{FF2B5EF4-FFF2-40B4-BE49-F238E27FC236}">
                    <a16:creationId xmlns:a16="http://schemas.microsoft.com/office/drawing/2014/main" id="{C916BDDE-2A77-A872-0839-7AEC896E8D5F}"/>
                  </a:ext>
                </a:extLst>
              </p:cNvPr>
              <p:cNvSpPr txBox="1"/>
              <p:nvPr/>
            </p:nvSpPr>
            <p:spPr>
              <a:xfrm>
                <a:off x="4304818" y="2952481"/>
                <a:ext cx="3624341" cy="292387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fr-FR" sz="2300" b="1">
                    <a:solidFill>
                      <a:schemeClr val="bg2">
                        <a:lumMod val="50000"/>
                      </a:schemeClr>
                    </a:solidFill>
                  </a:rPr>
                  <a:t>Notre Majordome centralise toutes les informations en un seul endroit accessible via une interface conversationnelle simple et intuitive. Il vise à faire gagner du temps précieux</a:t>
                </a:r>
              </a:p>
            </p:txBody>
          </p:sp>
        </p:grpSp>
        <p:cxnSp>
          <p:nvCxnSpPr>
            <p:cNvPr id="123" name="Connecteur droit 122">
              <a:extLst>
                <a:ext uri="{FF2B5EF4-FFF2-40B4-BE49-F238E27FC236}">
                  <a16:creationId xmlns:a16="http://schemas.microsoft.com/office/drawing/2014/main" id="{C7508D7D-D930-D1FE-82BB-95A91C0A4AB3}"/>
                </a:ext>
              </a:extLst>
            </p:cNvPr>
            <p:cNvCxnSpPr>
              <a:cxnSpLocks/>
            </p:cNvCxnSpPr>
            <p:nvPr/>
          </p:nvCxnSpPr>
          <p:spPr>
            <a:xfrm>
              <a:off x="4083050" y="2668200"/>
              <a:ext cx="38862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Groupe 126">
            <a:extLst>
              <a:ext uri="{FF2B5EF4-FFF2-40B4-BE49-F238E27FC236}">
                <a16:creationId xmlns:a16="http://schemas.microsoft.com/office/drawing/2014/main" id="{E9E81667-B4A6-8460-A8A3-77F2DC23378B}"/>
              </a:ext>
            </a:extLst>
          </p:cNvPr>
          <p:cNvGrpSpPr/>
          <p:nvPr/>
        </p:nvGrpSpPr>
        <p:grpSpPr>
          <a:xfrm>
            <a:off x="-6363203" y="1690688"/>
            <a:ext cx="3784600" cy="4646612"/>
            <a:chOff x="8305800" y="1690688"/>
            <a:chExt cx="3784600" cy="4646612"/>
          </a:xfrm>
          <a:solidFill>
            <a:srgbClr val="A9AFC7"/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grpSp>
          <p:nvGrpSpPr>
            <p:cNvPr id="128" name="Groupe 127">
              <a:extLst>
                <a:ext uri="{FF2B5EF4-FFF2-40B4-BE49-F238E27FC236}">
                  <a16:creationId xmlns:a16="http://schemas.microsoft.com/office/drawing/2014/main" id="{BD6A5E2C-B953-425A-31F8-472F70AA5A00}"/>
                </a:ext>
              </a:extLst>
            </p:cNvPr>
            <p:cNvGrpSpPr/>
            <p:nvPr/>
          </p:nvGrpSpPr>
          <p:grpSpPr>
            <a:xfrm>
              <a:off x="8343900" y="1690688"/>
              <a:ext cx="3746500" cy="4646612"/>
              <a:chOff x="8343900" y="1690688"/>
              <a:chExt cx="3746500" cy="4646612"/>
            </a:xfrm>
            <a:grpFill/>
          </p:grpSpPr>
          <p:sp>
            <p:nvSpPr>
              <p:cNvPr id="130" name="Rectangle : coins arrondis 129">
                <a:extLst>
                  <a:ext uri="{FF2B5EF4-FFF2-40B4-BE49-F238E27FC236}">
                    <a16:creationId xmlns:a16="http://schemas.microsoft.com/office/drawing/2014/main" id="{55FAF278-AFAF-347B-DE94-6B90CFFDEC4B}"/>
                  </a:ext>
                </a:extLst>
              </p:cNvPr>
              <p:cNvSpPr/>
              <p:nvPr/>
            </p:nvSpPr>
            <p:spPr>
              <a:xfrm>
                <a:off x="8343900" y="1690688"/>
                <a:ext cx="3746500" cy="4646612"/>
              </a:xfrm>
              <a:prstGeom prst="roundRect">
                <a:avLst/>
              </a:prstGeom>
              <a:solidFill>
                <a:srgbClr val="DBDBDE"/>
              </a:solidFill>
              <a:ln>
                <a:noFill/>
              </a:ln>
              <a:effectLst>
                <a:outerShdw blurRad="1524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1" name="ZoneTexte 130">
                <a:extLst>
                  <a:ext uri="{FF2B5EF4-FFF2-40B4-BE49-F238E27FC236}">
                    <a16:creationId xmlns:a16="http://schemas.microsoft.com/office/drawing/2014/main" id="{9CE5F544-7396-7852-E94A-43D6E252C249}"/>
                  </a:ext>
                </a:extLst>
              </p:cNvPr>
              <p:cNvSpPr txBox="1"/>
              <p:nvPr/>
            </p:nvSpPr>
            <p:spPr>
              <a:xfrm>
                <a:off x="8858250" y="1856278"/>
                <a:ext cx="2667000" cy="677108"/>
              </a:xfrm>
              <a:prstGeom prst="rect">
                <a:avLst/>
              </a:prstGeom>
              <a:solidFill>
                <a:srgbClr val="DBDBDE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3800" b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Public visé</a:t>
                </a:r>
              </a:p>
            </p:txBody>
          </p:sp>
          <p:sp>
            <p:nvSpPr>
              <p:cNvPr id="132" name="ZoneTexte 131">
                <a:extLst>
                  <a:ext uri="{FF2B5EF4-FFF2-40B4-BE49-F238E27FC236}">
                    <a16:creationId xmlns:a16="http://schemas.microsoft.com/office/drawing/2014/main" id="{CE69787C-CCC6-1318-2DAD-770A7A7D70BD}"/>
                  </a:ext>
                </a:extLst>
              </p:cNvPr>
              <p:cNvSpPr txBox="1"/>
              <p:nvPr/>
            </p:nvSpPr>
            <p:spPr>
              <a:xfrm>
                <a:off x="8483600" y="2921000"/>
                <a:ext cx="3467100" cy="3046988"/>
              </a:xfrm>
              <a:prstGeom prst="rect">
                <a:avLst/>
              </a:prstGeom>
              <a:solidFill>
                <a:srgbClr val="DBDBD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sz="2400" b="1">
                    <a:solidFill>
                      <a:schemeClr val="bg2">
                        <a:lumMod val="50000"/>
                      </a:schemeClr>
                    </a:solidFill>
                  </a:rPr>
                  <a:t>Toute personne utilisant régulièrement les services Google (Gmail, </a:t>
                </a:r>
                <a:r>
                  <a:rPr lang="fr-FR" sz="2400" b="1" err="1">
                    <a:solidFill>
                      <a:schemeClr val="bg2">
                        <a:lumMod val="50000"/>
                      </a:schemeClr>
                    </a:solidFill>
                  </a:rPr>
                  <a:t>Calendar</a:t>
                </a:r>
                <a:r>
                  <a:rPr lang="fr-FR" sz="2400" b="1">
                    <a:solidFill>
                      <a:schemeClr val="bg2">
                        <a:lumMod val="50000"/>
                      </a:schemeClr>
                    </a:solidFill>
                  </a:rPr>
                  <a:t>) et souhaitant une manière plus simple et unifiée d'accéder à ses informations.</a:t>
                </a:r>
              </a:p>
            </p:txBody>
          </p:sp>
        </p:grpSp>
        <p:cxnSp>
          <p:nvCxnSpPr>
            <p:cNvPr id="129" name="Connecteur droit 128">
              <a:extLst>
                <a:ext uri="{FF2B5EF4-FFF2-40B4-BE49-F238E27FC236}">
                  <a16:creationId xmlns:a16="http://schemas.microsoft.com/office/drawing/2014/main" id="{B8953E08-8AC7-009B-52D5-0740AE0D6BBD}"/>
                </a:ext>
              </a:extLst>
            </p:cNvPr>
            <p:cNvCxnSpPr>
              <a:cxnSpLocks/>
            </p:cNvCxnSpPr>
            <p:nvPr/>
          </p:nvCxnSpPr>
          <p:spPr>
            <a:xfrm>
              <a:off x="8305800" y="2668200"/>
              <a:ext cx="37846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Rectangle : coins arrondis 132">
            <a:extLst>
              <a:ext uri="{FF2B5EF4-FFF2-40B4-BE49-F238E27FC236}">
                <a16:creationId xmlns:a16="http://schemas.microsoft.com/office/drawing/2014/main" id="{4882AB10-0AF5-F039-4DEF-C7CCFF16638B}"/>
              </a:ext>
            </a:extLst>
          </p:cNvPr>
          <p:cNvSpPr/>
          <p:nvPr/>
        </p:nvSpPr>
        <p:spPr>
          <a:xfrm>
            <a:off x="19056012" y="2743200"/>
            <a:ext cx="10309009" cy="304800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C7E05041-BF3C-3A8D-C3A6-DCDB32C57420}"/>
              </a:ext>
            </a:extLst>
          </p:cNvPr>
          <p:cNvSpPr txBox="1"/>
          <p:nvPr/>
        </p:nvSpPr>
        <p:spPr>
          <a:xfrm>
            <a:off x="23123213" y="2890391"/>
            <a:ext cx="2419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Navigateur (</a:t>
            </a:r>
            <a:r>
              <a:rPr lang="fr-FR" sz="32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Front-end</a:t>
            </a:r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pic>
        <p:nvPicPr>
          <p:cNvPr id="135" name="Image 134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3C13A600-BD46-0C22-D614-373DB7E69FFB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DBDBD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8998" y="4114800"/>
            <a:ext cx="1588074" cy="1588074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1">
                <a:lumMod val="75000"/>
              </a:schemeClr>
            </a:outerShdw>
          </a:effectLst>
        </p:spPr>
      </p:pic>
      <p:sp>
        <p:nvSpPr>
          <p:cNvPr id="136" name="Rectangle : coins arrondis 135">
            <a:extLst>
              <a:ext uri="{FF2B5EF4-FFF2-40B4-BE49-F238E27FC236}">
                <a16:creationId xmlns:a16="http://schemas.microsoft.com/office/drawing/2014/main" id="{13022784-1AC4-9DB3-C633-1FEF2E8FBC4A}"/>
              </a:ext>
            </a:extLst>
          </p:cNvPr>
          <p:cNvSpPr/>
          <p:nvPr/>
        </p:nvSpPr>
        <p:spPr>
          <a:xfrm>
            <a:off x="20629741" y="2743200"/>
            <a:ext cx="3546118" cy="304291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7" name="Image 136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D70C285B-F61D-EFB3-2C2B-8E2EDECF11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2657" y="4264655"/>
            <a:ext cx="3360285" cy="1315236"/>
          </a:xfrm>
          <a:prstGeom prst="rect">
            <a:avLst/>
          </a:prstGeom>
        </p:spPr>
      </p:pic>
      <p:sp>
        <p:nvSpPr>
          <p:cNvPr id="138" name="ZoneTexte 137">
            <a:extLst>
              <a:ext uri="{FF2B5EF4-FFF2-40B4-BE49-F238E27FC236}">
                <a16:creationId xmlns:a16="http://schemas.microsoft.com/office/drawing/2014/main" id="{F468A997-4150-1419-8865-EF1408FA1521}"/>
              </a:ext>
            </a:extLst>
          </p:cNvPr>
          <p:cNvSpPr txBox="1"/>
          <p:nvPr/>
        </p:nvSpPr>
        <p:spPr>
          <a:xfrm>
            <a:off x="21192977" y="2890391"/>
            <a:ext cx="2419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API Flask</a:t>
            </a:r>
          </a:p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fr-FR" sz="32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Back-end</a:t>
            </a:r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139" name="Rectangle : coins arrondis 138">
            <a:extLst>
              <a:ext uri="{FF2B5EF4-FFF2-40B4-BE49-F238E27FC236}">
                <a16:creationId xmlns:a16="http://schemas.microsoft.com/office/drawing/2014/main" id="{6A4D3327-08EE-F33B-083B-683C37562F35}"/>
              </a:ext>
            </a:extLst>
          </p:cNvPr>
          <p:cNvSpPr/>
          <p:nvPr/>
        </p:nvSpPr>
        <p:spPr>
          <a:xfrm>
            <a:off x="24460316" y="2743200"/>
            <a:ext cx="3546118" cy="304291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7AD11AB3-414F-C8CA-D098-5253D60F2176}"/>
              </a:ext>
            </a:extLst>
          </p:cNvPr>
          <p:cNvSpPr txBox="1"/>
          <p:nvPr/>
        </p:nvSpPr>
        <p:spPr>
          <a:xfrm>
            <a:off x="24537988" y="3136612"/>
            <a:ext cx="3351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APIs Externes</a:t>
            </a:r>
          </a:p>
        </p:txBody>
      </p:sp>
      <p:pic>
        <p:nvPicPr>
          <p:cNvPr id="141" name="Image 140" descr="Une image contenant Graphique, Caractère coloré, graphisme, créativité&#10;&#10;Le contenu généré par l’IA peut être incorrect.">
            <a:extLst>
              <a:ext uri="{FF2B5EF4-FFF2-40B4-BE49-F238E27FC236}">
                <a16:creationId xmlns:a16="http://schemas.microsoft.com/office/drawing/2014/main" id="{1FC1BCAE-1B4D-CAE9-0703-0216CEB481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4179" y="4650401"/>
            <a:ext cx="985918" cy="739438"/>
          </a:xfrm>
          <a:prstGeom prst="rect">
            <a:avLst/>
          </a:prstGeom>
        </p:spPr>
      </p:pic>
      <p:pic>
        <p:nvPicPr>
          <p:cNvPr id="142" name="Image 141" descr="Une image contenant Graphique, capture d’écran, graphisme, logo&#10;&#10;Le contenu généré par l’IA peut être incorrect.">
            <a:extLst>
              <a:ext uri="{FF2B5EF4-FFF2-40B4-BE49-F238E27FC236}">
                <a16:creationId xmlns:a16="http://schemas.microsoft.com/office/drawing/2014/main" id="{24AD5B4C-440C-A109-6B4F-6B3F8644EB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6122" y="4644108"/>
            <a:ext cx="752025" cy="752025"/>
          </a:xfrm>
          <a:prstGeom prst="rect">
            <a:avLst/>
          </a:prstGeom>
        </p:spPr>
      </p:pic>
      <p:pic>
        <p:nvPicPr>
          <p:cNvPr id="143" name="Image 142" descr="Une image contenant clipart, conception, illustration&#10;&#10;Le contenu généré par l’IA peut être incorrect.">
            <a:extLst>
              <a:ext uri="{FF2B5EF4-FFF2-40B4-BE49-F238E27FC236}">
                <a16:creationId xmlns:a16="http://schemas.microsoft.com/office/drawing/2014/main" id="{810CC38E-EA80-FB31-F7C2-2D3A053912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8015" y="4525911"/>
            <a:ext cx="988419" cy="988419"/>
          </a:xfrm>
          <a:prstGeom prst="rect">
            <a:avLst/>
          </a:prstGeom>
        </p:spPr>
      </p:pic>
      <p:sp>
        <p:nvSpPr>
          <p:cNvPr id="144" name="Flèche : double flèche horizontale 143">
            <a:extLst>
              <a:ext uri="{FF2B5EF4-FFF2-40B4-BE49-F238E27FC236}">
                <a16:creationId xmlns:a16="http://schemas.microsoft.com/office/drawing/2014/main" id="{664808F2-55F3-781A-E11D-4F8420A3D982}"/>
              </a:ext>
            </a:extLst>
          </p:cNvPr>
          <p:cNvSpPr/>
          <p:nvPr/>
        </p:nvSpPr>
        <p:spPr>
          <a:xfrm>
            <a:off x="16807576" y="3967609"/>
            <a:ext cx="1006520" cy="353962"/>
          </a:xfrm>
          <a:prstGeom prst="leftRightArrow">
            <a:avLst/>
          </a:prstGeom>
          <a:solidFill>
            <a:srgbClr val="8C94B4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Flèche : double flèche horizontale 144">
            <a:extLst>
              <a:ext uri="{FF2B5EF4-FFF2-40B4-BE49-F238E27FC236}">
                <a16:creationId xmlns:a16="http://schemas.microsoft.com/office/drawing/2014/main" id="{71450254-B89E-8988-680D-587A39CB07CA}"/>
              </a:ext>
            </a:extLst>
          </p:cNvPr>
          <p:cNvSpPr/>
          <p:nvPr/>
        </p:nvSpPr>
        <p:spPr>
          <a:xfrm>
            <a:off x="23709584" y="4006029"/>
            <a:ext cx="1006520" cy="353962"/>
          </a:xfrm>
          <a:prstGeom prst="leftRightArrow">
            <a:avLst/>
          </a:prstGeom>
          <a:solidFill>
            <a:srgbClr val="8C94B4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929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AF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5F33E1-0FA9-FD43-FB08-5FF2991B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3C1C62-9FEE-21F9-087E-DE6D7D10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>
                <a:solidFill>
                  <a:srgbClr val="34495E"/>
                </a:solidFill>
                <a:latin typeface="Agency FB" panose="020B0503020202020204" pitchFamily="34" charset="0"/>
              </a:rPr>
              <a:t>Présentation Technique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8B2475E-69FB-FCD8-8444-79604D5822D4}"/>
              </a:ext>
            </a:extLst>
          </p:cNvPr>
          <p:cNvSpPr/>
          <p:nvPr/>
        </p:nvSpPr>
        <p:spPr>
          <a:xfrm>
            <a:off x="838200" y="2743200"/>
            <a:ext cx="10309009" cy="304800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D5B60A3-174D-B0F8-C5F9-4A1B604F4B8E}"/>
              </a:ext>
            </a:extLst>
          </p:cNvPr>
          <p:cNvSpPr txBox="1"/>
          <p:nvPr/>
        </p:nvSpPr>
        <p:spPr>
          <a:xfrm>
            <a:off x="4905401" y="2890391"/>
            <a:ext cx="2419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Navigateur (</a:t>
            </a:r>
            <a:r>
              <a:rPr lang="fr-FR" sz="32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Front-end</a:t>
            </a:r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pic>
        <p:nvPicPr>
          <p:cNvPr id="11" name="Image 10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AFF74F76-B5C1-57BB-D81A-02FB2F59001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BDBD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186" y="4114800"/>
            <a:ext cx="1588074" cy="1588074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1">
                <a:lumMod val="75000"/>
              </a:schemeClr>
            </a:outerShdw>
          </a:effec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5C4CA1D2-F78E-08CD-7CB1-B9F9F273F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6</a:t>
            </a:fld>
            <a:endParaRPr lang="fr-FR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52B831DB-140D-892B-6808-B6A2331EACB7}"/>
              </a:ext>
            </a:extLst>
          </p:cNvPr>
          <p:cNvSpPr txBox="1"/>
          <p:nvPr/>
        </p:nvSpPr>
        <p:spPr>
          <a:xfrm>
            <a:off x="6733171" y="542103"/>
            <a:ext cx="21521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000">
                <a:solidFill>
                  <a:schemeClr val="bg1"/>
                </a:solidFill>
              </a:rPr>
              <a:t>Frontend</a:t>
            </a:r>
            <a:endParaRPr lang="fr-FR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>
                <a:solidFill>
                  <a:srgbClr val="DBDBDE"/>
                </a:solidFill>
              </a:rPr>
              <a:t>Backend</a:t>
            </a:r>
          </a:p>
          <a:p>
            <a:pPr marL="285750" indent="-285750">
              <a:buFontTx/>
              <a:buChar char="-"/>
            </a:pPr>
            <a:r>
              <a:rPr lang="fr-FR">
                <a:solidFill>
                  <a:srgbClr val="DBDBDE"/>
                </a:solidFill>
              </a:rPr>
              <a:t>API</a:t>
            </a:r>
            <a:endParaRPr lang="fr-FR" sz="1600">
              <a:solidFill>
                <a:srgbClr val="DBDBDE"/>
              </a:solidFill>
            </a:endParaRPr>
          </a:p>
        </p:txBody>
      </p: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1ACEDBF0-B769-85AD-4F06-657E7D7A6E90}"/>
              </a:ext>
            </a:extLst>
          </p:cNvPr>
          <p:cNvGrpSpPr/>
          <p:nvPr/>
        </p:nvGrpSpPr>
        <p:grpSpPr>
          <a:xfrm>
            <a:off x="-18747116" y="1690688"/>
            <a:ext cx="3746500" cy="4646612"/>
            <a:chOff x="4222750" y="1690688"/>
            <a:chExt cx="3746500" cy="4646612"/>
          </a:xfrm>
          <a:solidFill>
            <a:srgbClr val="DBDBDE"/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5F9669D3-1F2A-073D-58A7-E63C5AFDCF7D}"/>
                </a:ext>
              </a:extLst>
            </p:cNvPr>
            <p:cNvSpPr/>
            <p:nvPr/>
          </p:nvSpPr>
          <p:spPr>
            <a:xfrm>
              <a:off x="4222750" y="1690688"/>
              <a:ext cx="3746500" cy="4646612"/>
            </a:xfrm>
            <a:prstGeom prst="roundRect">
              <a:avLst/>
            </a:prstGeom>
            <a:grpFill/>
            <a:ln>
              <a:noFill/>
            </a:ln>
            <a:effectLst>
              <a:outerShdw blurRad="1524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FA60452B-D100-B81C-2F8B-0BA6415CC5E7}"/>
                </a:ext>
              </a:extLst>
            </p:cNvPr>
            <p:cNvSpPr txBox="1"/>
            <p:nvPr/>
          </p:nvSpPr>
          <p:spPr>
            <a:xfrm>
              <a:off x="4737100" y="1857676"/>
              <a:ext cx="2667000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IA</a:t>
              </a:r>
            </a:p>
          </p:txBody>
        </p:sp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F9F2FD24-7CAE-ACB2-9C4B-A9C5A78A4B93}"/>
                </a:ext>
              </a:extLst>
            </p:cNvPr>
            <p:cNvSpPr txBox="1"/>
            <p:nvPr/>
          </p:nvSpPr>
          <p:spPr>
            <a:xfrm>
              <a:off x="4362450" y="2782500"/>
              <a:ext cx="3467100" cy="20621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Google Gemini</a:t>
              </a:r>
            </a:p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 err="1">
                  <a:solidFill>
                    <a:schemeClr val="bg2">
                      <a:lumMod val="50000"/>
                    </a:schemeClr>
                  </a:solidFill>
                </a:rPr>
                <a:t>Roo</a:t>
              </a: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</a:p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Google AI Studio</a:t>
              </a:r>
            </a:p>
          </p:txBody>
        </p:sp>
        <p:pic>
          <p:nvPicPr>
            <p:cNvPr id="75" name="Image 74" descr="Une image contenant créativité, Caractère coloré, astronomie&#10;&#10;Le contenu généré par l’IA peut être incorrect.">
              <a:extLst>
                <a:ext uri="{FF2B5EF4-FFF2-40B4-BE49-F238E27FC236}">
                  <a16:creationId xmlns:a16="http://schemas.microsoft.com/office/drawing/2014/main" id="{93550BA5-2B72-9EFA-D8B4-E1602B531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3273" y="5428304"/>
              <a:ext cx="772304" cy="772304"/>
            </a:xfrm>
            <a:prstGeom prst="rect">
              <a:avLst/>
            </a:prstGeom>
            <a:noFill/>
          </p:spPr>
        </p:pic>
        <p:pic>
          <p:nvPicPr>
            <p:cNvPr id="76" name="Image 75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21DC5055-5B1C-766A-0DD9-FAB33977F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241"/>
            <a:stretch>
              <a:fillRect/>
            </a:stretch>
          </p:blipFill>
          <p:spPr>
            <a:xfrm>
              <a:off x="5394904" y="5376705"/>
              <a:ext cx="1256950" cy="875502"/>
            </a:xfrm>
            <a:prstGeom prst="rect">
              <a:avLst/>
            </a:prstGeom>
            <a:noFill/>
          </p:spPr>
        </p:pic>
        <p:pic>
          <p:nvPicPr>
            <p:cNvPr id="77" name="Image 76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9A6C610D-BF1C-E239-FF50-8A808B5FD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1181" y="5372266"/>
              <a:ext cx="884381" cy="884381"/>
            </a:xfrm>
            <a:prstGeom prst="rect">
              <a:avLst/>
            </a:prstGeom>
            <a:noFill/>
          </p:spPr>
        </p:pic>
        <p:cxnSp>
          <p:nvCxnSpPr>
            <p:cNvPr id="78" name="Connecteur droit 77">
              <a:extLst>
                <a:ext uri="{FF2B5EF4-FFF2-40B4-BE49-F238E27FC236}">
                  <a16:creationId xmlns:a16="http://schemas.microsoft.com/office/drawing/2014/main" id="{4148D298-0021-5092-2412-070889B343C3}"/>
                </a:ext>
              </a:extLst>
            </p:cNvPr>
            <p:cNvCxnSpPr>
              <a:cxnSpLocks/>
            </p:cNvCxnSpPr>
            <p:nvPr/>
          </p:nvCxnSpPr>
          <p:spPr>
            <a:xfrm>
              <a:off x="4222750" y="2668200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eur droit 78">
              <a:extLst>
                <a:ext uri="{FF2B5EF4-FFF2-40B4-BE49-F238E27FC236}">
                  <a16:creationId xmlns:a16="http://schemas.microsoft.com/office/drawing/2014/main" id="{9A29FFCD-A92E-F208-8AFF-0F52F365718A}"/>
                </a:ext>
              </a:extLst>
            </p:cNvPr>
            <p:cNvCxnSpPr>
              <a:cxnSpLocks/>
            </p:cNvCxnSpPr>
            <p:nvPr/>
          </p:nvCxnSpPr>
          <p:spPr>
            <a:xfrm>
              <a:off x="4222750" y="5219801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F08163BC-011C-CB02-8A6A-7B0E9961DEC6}"/>
              </a:ext>
            </a:extLst>
          </p:cNvPr>
          <p:cNvGrpSpPr/>
          <p:nvPr/>
        </p:nvGrpSpPr>
        <p:grpSpPr>
          <a:xfrm>
            <a:off x="-5421309" y="1690688"/>
            <a:ext cx="3746500" cy="4646612"/>
            <a:chOff x="8343900" y="1690688"/>
            <a:chExt cx="3746500" cy="4646612"/>
          </a:xfrm>
          <a:solidFill>
            <a:srgbClr val="DBDBDE"/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81" name="Rectangle : coins arrondis 80">
              <a:extLst>
                <a:ext uri="{FF2B5EF4-FFF2-40B4-BE49-F238E27FC236}">
                  <a16:creationId xmlns:a16="http://schemas.microsoft.com/office/drawing/2014/main" id="{21BF9199-5CDB-DDD2-C62B-7BDD03282498}"/>
                </a:ext>
              </a:extLst>
            </p:cNvPr>
            <p:cNvSpPr/>
            <p:nvPr/>
          </p:nvSpPr>
          <p:spPr>
            <a:xfrm>
              <a:off x="8343900" y="1690688"/>
              <a:ext cx="3746500" cy="4646612"/>
            </a:xfrm>
            <a:prstGeom prst="roundRect">
              <a:avLst/>
            </a:prstGeom>
            <a:grpFill/>
            <a:ln>
              <a:noFill/>
            </a:ln>
            <a:effectLst>
              <a:outerShdw blurRad="1524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2" name="ZoneTexte 81">
              <a:extLst>
                <a:ext uri="{FF2B5EF4-FFF2-40B4-BE49-F238E27FC236}">
                  <a16:creationId xmlns:a16="http://schemas.microsoft.com/office/drawing/2014/main" id="{8278E586-1210-5F08-5CBA-9CD8C759CB87}"/>
                </a:ext>
              </a:extLst>
            </p:cNvPr>
            <p:cNvSpPr txBox="1"/>
            <p:nvPr/>
          </p:nvSpPr>
          <p:spPr>
            <a:xfrm>
              <a:off x="8858250" y="1856278"/>
              <a:ext cx="2667000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APIs</a:t>
              </a:r>
            </a:p>
          </p:txBody>
        </p:sp>
        <p:sp>
          <p:nvSpPr>
            <p:cNvPr id="83" name="ZoneTexte 82">
              <a:extLst>
                <a:ext uri="{FF2B5EF4-FFF2-40B4-BE49-F238E27FC236}">
                  <a16:creationId xmlns:a16="http://schemas.microsoft.com/office/drawing/2014/main" id="{7AB42B80-2FEC-6D9F-E7A6-C4C979AE9B4C}"/>
                </a:ext>
              </a:extLst>
            </p:cNvPr>
            <p:cNvSpPr txBox="1"/>
            <p:nvPr/>
          </p:nvSpPr>
          <p:spPr>
            <a:xfrm>
              <a:off x="8483600" y="2921000"/>
              <a:ext cx="3467100" cy="20621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Google APIs</a:t>
              </a:r>
            </a:p>
            <a:p>
              <a:pPr marL="914400" lvl="1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Gmail</a:t>
              </a:r>
            </a:p>
            <a:p>
              <a:pPr marL="914400" lvl="1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 err="1">
                  <a:solidFill>
                    <a:schemeClr val="bg2">
                      <a:lumMod val="50000"/>
                    </a:schemeClr>
                  </a:solidFill>
                </a:rPr>
                <a:t>Calendar</a:t>
              </a:r>
              <a:endParaRPr lang="fr-FR" sz="3200">
                <a:solidFill>
                  <a:schemeClr val="bg2">
                    <a:lumMod val="50000"/>
                  </a:schemeClr>
                </a:solidFill>
              </a:endParaRPr>
            </a:p>
            <a:p>
              <a:pPr marL="457200" indent="-4572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 err="1">
                  <a:solidFill>
                    <a:schemeClr val="bg2">
                      <a:lumMod val="50000"/>
                    </a:schemeClr>
                  </a:solidFill>
                </a:rPr>
                <a:t>OpenWeather</a:t>
              </a:r>
              <a:endParaRPr lang="fr-FR" sz="320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pic>
          <p:nvPicPr>
            <p:cNvPr id="84" name="Image 83" descr="Une image contenant Graphique, Caractère coloré, graphisme, créativité&#10;&#10;Le contenu généré par l’IA peut être incorrect.">
              <a:extLst>
                <a:ext uri="{FF2B5EF4-FFF2-40B4-BE49-F238E27FC236}">
                  <a16:creationId xmlns:a16="http://schemas.microsoft.com/office/drawing/2014/main" id="{132189A4-E6A9-5019-D5A6-D3BA76769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8445" y="5444737"/>
              <a:ext cx="985918" cy="739438"/>
            </a:xfrm>
            <a:prstGeom prst="rect">
              <a:avLst/>
            </a:prstGeom>
            <a:noFill/>
          </p:spPr>
        </p:pic>
        <p:pic>
          <p:nvPicPr>
            <p:cNvPr id="85" name="Image 84" descr="Une image contenant Graphique, capture d’écran, graphisme, logo&#10;&#10;Le contenu généré par l’IA peut être incorrect.">
              <a:extLst>
                <a:ext uri="{FF2B5EF4-FFF2-40B4-BE49-F238E27FC236}">
                  <a16:creationId xmlns:a16="http://schemas.microsoft.com/office/drawing/2014/main" id="{0CB59724-EF63-AAB0-FB34-373F7C5ED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0388" y="5438444"/>
              <a:ext cx="752025" cy="752025"/>
            </a:xfrm>
            <a:prstGeom prst="rect">
              <a:avLst/>
            </a:prstGeom>
            <a:noFill/>
          </p:spPr>
        </p:pic>
        <p:pic>
          <p:nvPicPr>
            <p:cNvPr id="86" name="Image 85" descr="Une image contenant clipart, conception, illustration&#10;&#10;Le contenu généré par l’IA peut être incorrect.">
              <a:extLst>
                <a:ext uri="{FF2B5EF4-FFF2-40B4-BE49-F238E27FC236}">
                  <a16:creationId xmlns:a16="http://schemas.microsoft.com/office/drawing/2014/main" id="{2317AB99-A25D-EFF4-A8C5-E73270C1D9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62281" y="5320247"/>
              <a:ext cx="988419" cy="988419"/>
            </a:xfrm>
            <a:prstGeom prst="rect">
              <a:avLst/>
            </a:prstGeom>
            <a:noFill/>
          </p:spPr>
        </p:pic>
        <p:cxnSp>
          <p:nvCxnSpPr>
            <p:cNvPr id="87" name="Connecteur droit 86">
              <a:extLst>
                <a:ext uri="{FF2B5EF4-FFF2-40B4-BE49-F238E27FC236}">
                  <a16:creationId xmlns:a16="http://schemas.microsoft.com/office/drawing/2014/main" id="{F3FBB1AA-FDAC-0EF3-1FD0-662985E3159A}"/>
                </a:ext>
              </a:extLst>
            </p:cNvPr>
            <p:cNvCxnSpPr>
              <a:cxnSpLocks/>
            </p:cNvCxnSpPr>
            <p:nvPr/>
          </p:nvCxnSpPr>
          <p:spPr>
            <a:xfrm>
              <a:off x="8343900" y="2668200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A1DCB0A4-A18B-C106-F6C3-41AAD7DC9F60}"/>
                </a:ext>
              </a:extLst>
            </p:cNvPr>
            <p:cNvCxnSpPr>
              <a:cxnSpLocks/>
            </p:cNvCxnSpPr>
            <p:nvPr/>
          </p:nvCxnSpPr>
          <p:spPr>
            <a:xfrm>
              <a:off x="8343900" y="5219801"/>
              <a:ext cx="3746500" cy="0"/>
            </a:xfrm>
            <a:prstGeom prst="line">
              <a:avLst/>
            </a:prstGeom>
            <a:grpFill/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Rectangle : coins arrondis 104">
            <a:extLst>
              <a:ext uri="{FF2B5EF4-FFF2-40B4-BE49-F238E27FC236}">
                <a16:creationId xmlns:a16="http://schemas.microsoft.com/office/drawing/2014/main" id="{0B09D417-71F6-B814-FBB3-67F54B63F46E}"/>
              </a:ext>
            </a:extLst>
          </p:cNvPr>
          <p:cNvSpPr/>
          <p:nvPr/>
        </p:nvSpPr>
        <p:spPr>
          <a:xfrm>
            <a:off x="20629741" y="2743200"/>
            <a:ext cx="3546118" cy="304291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6" name="Image 105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FA0DF106-85A1-4AE0-67D6-087545642E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2657" y="4264655"/>
            <a:ext cx="3360285" cy="1315236"/>
          </a:xfrm>
          <a:prstGeom prst="rect">
            <a:avLst/>
          </a:prstGeom>
        </p:spPr>
      </p:pic>
      <p:sp>
        <p:nvSpPr>
          <p:cNvPr id="107" name="ZoneTexte 106">
            <a:extLst>
              <a:ext uri="{FF2B5EF4-FFF2-40B4-BE49-F238E27FC236}">
                <a16:creationId xmlns:a16="http://schemas.microsoft.com/office/drawing/2014/main" id="{022CA895-1045-9BC4-2353-4C8606DD7F21}"/>
              </a:ext>
            </a:extLst>
          </p:cNvPr>
          <p:cNvSpPr txBox="1"/>
          <p:nvPr/>
        </p:nvSpPr>
        <p:spPr>
          <a:xfrm>
            <a:off x="21192977" y="2890391"/>
            <a:ext cx="2419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API Flask</a:t>
            </a:r>
          </a:p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fr-FR" sz="32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Back-end</a:t>
            </a:r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108" name="Rectangle : coins arrondis 107">
            <a:extLst>
              <a:ext uri="{FF2B5EF4-FFF2-40B4-BE49-F238E27FC236}">
                <a16:creationId xmlns:a16="http://schemas.microsoft.com/office/drawing/2014/main" id="{153442E0-AB4B-87A9-2C2B-A0277895190B}"/>
              </a:ext>
            </a:extLst>
          </p:cNvPr>
          <p:cNvSpPr/>
          <p:nvPr/>
        </p:nvSpPr>
        <p:spPr>
          <a:xfrm>
            <a:off x="24460316" y="2743200"/>
            <a:ext cx="3546118" cy="304291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3742FB8F-5648-A994-E034-5BF522876FE2}"/>
              </a:ext>
            </a:extLst>
          </p:cNvPr>
          <p:cNvSpPr txBox="1"/>
          <p:nvPr/>
        </p:nvSpPr>
        <p:spPr>
          <a:xfrm>
            <a:off x="24537988" y="3136612"/>
            <a:ext cx="3351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APIs Externes</a:t>
            </a:r>
          </a:p>
        </p:txBody>
      </p:sp>
      <p:pic>
        <p:nvPicPr>
          <p:cNvPr id="110" name="Image 109" descr="Une image contenant Graphique, Caractère coloré, graphisme, créativité&#10;&#10;Le contenu généré par l’IA peut être incorrect.">
            <a:extLst>
              <a:ext uri="{FF2B5EF4-FFF2-40B4-BE49-F238E27FC236}">
                <a16:creationId xmlns:a16="http://schemas.microsoft.com/office/drawing/2014/main" id="{A86EC3F4-E59E-927B-5B6B-F131FF589D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4179" y="4650401"/>
            <a:ext cx="985918" cy="739438"/>
          </a:xfrm>
          <a:prstGeom prst="rect">
            <a:avLst/>
          </a:prstGeom>
        </p:spPr>
      </p:pic>
      <p:pic>
        <p:nvPicPr>
          <p:cNvPr id="111" name="Image 110" descr="Une image contenant Graphique, capture d’écran, graphisme, logo&#10;&#10;Le contenu généré par l’IA peut être incorrect.">
            <a:extLst>
              <a:ext uri="{FF2B5EF4-FFF2-40B4-BE49-F238E27FC236}">
                <a16:creationId xmlns:a16="http://schemas.microsoft.com/office/drawing/2014/main" id="{2776CD53-F63E-2D7E-41DF-D4A8F798B7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6122" y="4644108"/>
            <a:ext cx="752025" cy="752025"/>
          </a:xfrm>
          <a:prstGeom prst="rect">
            <a:avLst/>
          </a:prstGeom>
        </p:spPr>
      </p:pic>
      <p:pic>
        <p:nvPicPr>
          <p:cNvPr id="112" name="Image 111" descr="Une image contenant clipart, conception, illustration&#10;&#10;Le contenu généré par l’IA peut être incorrect.">
            <a:extLst>
              <a:ext uri="{FF2B5EF4-FFF2-40B4-BE49-F238E27FC236}">
                <a16:creationId xmlns:a16="http://schemas.microsoft.com/office/drawing/2014/main" id="{A8F1F982-E602-8E37-BB46-1DAA8B234C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8015" y="4525911"/>
            <a:ext cx="988419" cy="988419"/>
          </a:xfrm>
          <a:prstGeom prst="rect">
            <a:avLst/>
          </a:prstGeom>
        </p:spPr>
      </p:pic>
      <p:sp>
        <p:nvSpPr>
          <p:cNvPr id="113" name="Flèche : double flèche horizontale 112">
            <a:extLst>
              <a:ext uri="{FF2B5EF4-FFF2-40B4-BE49-F238E27FC236}">
                <a16:creationId xmlns:a16="http://schemas.microsoft.com/office/drawing/2014/main" id="{7BC5725D-5C15-36C6-3404-2F5509AF713F}"/>
              </a:ext>
            </a:extLst>
          </p:cNvPr>
          <p:cNvSpPr/>
          <p:nvPr/>
        </p:nvSpPr>
        <p:spPr>
          <a:xfrm>
            <a:off x="12555031" y="3967609"/>
            <a:ext cx="1006520" cy="353962"/>
          </a:xfrm>
          <a:prstGeom prst="leftRightArrow">
            <a:avLst/>
          </a:prstGeom>
          <a:solidFill>
            <a:srgbClr val="8C94B4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Flèche : double flèche horizontale 113">
            <a:extLst>
              <a:ext uri="{FF2B5EF4-FFF2-40B4-BE49-F238E27FC236}">
                <a16:creationId xmlns:a16="http://schemas.microsoft.com/office/drawing/2014/main" id="{F94C88BF-3681-44EB-55C3-8A419AB0BA42}"/>
              </a:ext>
            </a:extLst>
          </p:cNvPr>
          <p:cNvSpPr/>
          <p:nvPr/>
        </p:nvSpPr>
        <p:spPr>
          <a:xfrm>
            <a:off x="12601490" y="3967609"/>
            <a:ext cx="1006520" cy="353962"/>
          </a:xfrm>
          <a:prstGeom prst="leftRightArrow">
            <a:avLst/>
          </a:prstGeom>
          <a:solidFill>
            <a:srgbClr val="8C94B4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CC6AA87D-A5DA-A195-F695-198454C8D042}"/>
              </a:ext>
            </a:extLst>
          </p:cNvPr>
          <p:cNvGrpSpPr/>
          <p:nvPr/>
        </p:nvGrpSpPr>
        <p:grpSpPr>
          <a:xfrm>
            <a:off x="-39602760" y="1690688"/>
            <a:ext cx="3746500" cy="4718400"/>
            <a:chOff x="101600" y="1690688"/>
            <a:chExt cx="3746500" cy="4718400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64" name="Rectangle : coins arrondis 63">
              <a:extLst>
                <a:ext uri="{FF2B5EF4-FFF2-40B4-BE49-F238E27FC236}">
                  <a16:creationId xmlns:a16="http://schemas.microsoft.com/office/drawing/2014/main" id="{5BA8517A-0153-CC2A-BA54-48E8E4A2C3E6}"/>
                </a:ext>
              </a:extLst>
            </p:cNvPr>
            <p:cNvSpPr/>
            <p:nvPr/>
          </p:nvSpPr>
          <p:spPr>
            <a:xfrm>
              <a:off x="101600" y="1690688"/>
              <a:ext cx="3746500" cy="4646612"/>
            </a:xfrm>
            <a:prstGeom prst="roundRect">
              <a:avLst/>
            </a:prstGeom>
            <a:solidFill>
              <a:srgbClr val="DBDBDE"/>
            </a:solidFill>
            <a:ln>
              <a:noFill/>
            </a:ln>
            <a:effectLst>
              <a:outerShdw blurRad="1524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0755D669-12DA-92A1-DD9F-3D8C0C3333C8}"/>
                </a:ext>
              </a:extLst>
            </p:cNvPr>
            <p:cNvSpPr txBox="1"/>
            <p:nvPr/>
          </p:nvSpPr>
          <p:spPr>
            <a:xfrm>
              <a:off x="641350" y="1856278"/>
              <a:ext cx="2667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Langages</a:t>
              </a:r>
            </a:p>
          </p:txBody>
        </p:sp>
        <p:cxnSp>
          <p:nvCxnSpPr>
            <p:cNvPr id="66" name="Connecteur droit 65">
              <a:extLst>
                <a:ext uri="{FF2B5EF4-FFF2-40B4-BE49-F238E27FC236}">
                  <a16:creationId xmlns:a16="http://schemas.microsoft.com/office/drawing/2014/main" id="{35DEC5F5-37E0-CBD4-9806-00DEE4023F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" y="2668200"/>
              <a:ext cx="3746500" cy="0"/>
            </a:xfrm>
            <a:prstGeom prst="line">
              <a:avLst/>
            </a:prstGeom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Image 66" descr="Une image contenant clipart, Graphique, dessin humoristique&#10;&#10;Le contenu généré par l’IA peut être incorrect.">
              <a:extLst>
                <a:ext uri="{FF2B5EF4-FFF2-40B4-BE49-F238E27FC236}">
                  <a16:creationId xmlns:a16="http://schemas.microsoft.com/office/drawing/2014/main" id="{1510A453-F4C0-A677-B1C1-2CD696735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509" t="38141" r="33026" b="30441"/>
            <a:stretch>
              <a:fillRect/>
            </a:stretch>
          </p:blipFill>
          <p:spPr>
            <a:xfrm>
              <a:off x="672618" y="5305373"/>
              <a:ext cx="1052099" cy="1018166"/>
            </a:xfrm>
            <a:prstGeom prst="rect">
              <a:avLst/>
            </a:prstGeom>
          </p:spPr>
        </p:pic>
        <p:pic>
          <p:nvPicPr>
            <p:cNvPr id="68" name="Image 67" descr="Une image contenant capture d’écran, Graphique, jaune, Rectangle&#10;&#10;Le contenu généré par l’IA peut être incorrect.">
              <a:extLst>
                <a:ext uri="{FF2B5EF4-FFF2-40B4-BE49-F238E27FC236}">
                  <a16:creationId xmlns:a16="http://schemas.microsoft.com/office/drawing/2014/main" id="{B66D6115-6C8C-64F1-6EBB-9106135E4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1825" y="5029606"/>
              <a:ext cx="1338201" cy="1379482"/>
            </a:xfrm>
            <a:prstGeom prst="rect">
              <a:avLst/>
            </a:prstGeom>
          </p:spPr>
        </p:pic>
        <p:cxnSp>
          <p:nvCxnSpPr>
            <p:cNvPr id="69" name="Connecteur droit 68">
              <a:extLst>
                <a:ext uri="{FF2B5EF4-FFF2-40B4-BE49-F238E27FC236}">
                  <a16:creationId xmlns:a16="http://schemas.microsoft.com/office/drawing/2014/main" id="{D44F6A3C-286B-2E90-FCA6-D3D728ED16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" y="5219801"/>
              <a:ext cx="3746500" cy="0"/>
            </a:xfrm>
            <a:prstGeom prst="line">
              <a:avLst/>
            </a:prstGeom>
            <a:ln w="28575">
              <a:solidFill>
                <a:srgbClr val="A8AFC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868A20E0-B069-E34D-4861-B8025CAB51B5}"/>
                </a:ext>
              </a:extLst>
            </p:cNvPr>
            <p:cNvSpPr txBox="1"/>
            <p:nvPr/>
          </p:nvSpPr>
          <p:spPr>
            <a:xfrm>
              <a:off x="266700" y="2921000"/>
              <a:ext cx="346710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Python</a:t>
              </a:r>
            </a:p>
            <a:p>
              <a:pPr marL="342900" indent="-3429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HTML</a:t>
              </a:r>
            </a:p>
            <a:p>
              <a:pPr marL="342900" indent="-3429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>
                  <a:solidFill>
                    <a:schemeClr val="bg2">
                      <a:lumMod val="50000"/>
                    </a:schemeClr>
                  </a:solidFill>
                </a:rPr>
                <a:t>CSS</a:t>
              </a:r>
            </a:p>
            <a:p>
              <a:pPr marL="342900" indent="-342900">
                <a:buClr>
                  <a:srgbClr val="A8AFC6"/>
                </a:buClr>
                <a:buFont typeface="Arial" panose="020B0604020202020204" pitchFamily="34" charset="0"/>
                <a:buChar char="•"/>
              </a:pPr>
              <a:r>
                <a:rPr lang="fr-FR" sz="3200" err="1">
                  <a:solidFill>
                    <a:schemeClr val="bg2">
                      <a:lumMod val="50000"/>
                    </a:schemeClr>
                  </a:solidFill>
                </a:rPr>
                <a:t>javaScript</a:t>
              </a:r>
              <a:endParaRPr lang="fr-FR" sz="320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8023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AF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51098-9956-DDE1-007D-C965346C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B33EE8-5F06-DB44-E2F6-080A973B8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>
                <a:solidFill>
                  <a:srgbClr val="34495E"/>
                </a:solidFill>
                <a:latin typeface="Agency FB" panose="020B0503020202020204" pitchFamily="34" charset="0"/>
              </a:rPr>
              <a:t>Présentation Technique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604F161-A456-2EC4-25FC-9F0EEA947E8A}"/>
              </a:ext>
            </a:extLst>
          </p:cNvPr>
          <p:cNvSpPr/>
          <p:nvPr/>
        </p:nvSpPr>
        <p:spPr>
          <a:xfrm>
            <a:off x="337624" y="2743200"/>
            <a:ext cx="3546118" cy="304800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020814A-7035-5A86-FEC0-0093AB2F3412}"/>
              </a:ext>
            </a:extLst>
          </p:cNvPr>
          <p:cNvSpPr txBox="1"/>
          <p:nvPr/>
        </p:nvSpPr>
        <p:spPr>
          <a:xfrm>
            <a:off x="1008185" y="2890391"/>
            <a:ext cx="2419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Navigateur (</a:t>
            </a:r>
            <a:r>
              <a:rPr lang="fr-FR" sz="32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Front-end</a:t>
            </a:r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pic>
        <p:nvPicPr>
          <p:cNvPr id="11" name="Image 10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E443915E-3D64-F924-E1D6-91043A321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9" y="4114800"/>
            <a:ext cx="1588074" cy="1588074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17FD749-9C5F-1F68-3B0D-0BD0BD20FDC3}"/>
              </a:ext>
            </a:extLst>
          </p:cNvPr>
          <p:cNvSpPr/>
          <p:nvPr/>
        </p:nvSpPr>
        <p:spPr>
          <a:xfrm>
            <a:off x="4322940" y="2743200"/>
            <a:ext cx="7531435" cy="304291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E8764509-2BC5-5790-387D-82887EC798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483" y="4264655"/>
            <a:ext cx="3360285" cy="1315236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3A89BB15-DEFB-945A-1A6E-E5C9E8355516}"/>
              </a:ext>
            </a:extLst>
          </p:cNvPr>
          <p:cNvSpPr txBox="1"/>
          <p:nvPr/>
        </p:nvSpPr>
        <p:spPr>
          <a:xfrm>
            <a:off x="6878835" y="2890391"/>
            <a:ext cx="2419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API Flask</a:t>
            </a:r>
          </a:p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fr-FR" sz="32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Back-end</a:t>
            </a:r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21" name="Flèche : double flèche horizontale 20">
            <a:extLst>
              <a:ext uri="{FF2B5EF4-FFF2-40B4-BE49-F238E27FC236}">
                <a16:creationId xmlns:a16="http://schemas.microsoft.com/office/drawing/2014/main" id="{B489F1AF-BE25-FBD5-B85E-C202B1D285ED}"/>
              </a:ext>
            </a:extLst>
          </p:cNvPr>
          <p:cNvSpPr/>
          <p:nvPr/>
        </p:nvSpPr>
        <p:spPr>
          <a:xfrm>
            <a:off x="3501569" y="3967609"/>
            <a:ext cx="1006520" cy="353962"/>
          </a:xfrm>
          <a:prstGeom prst="leftRightArrow">
            <a:avLst/>
          </a:prstGeom>
          <a:solidFill>
            <a:srgbClr val="8C94B4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DBDBDE"/>
              </a:solidFill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6E2399A-9AB4-2F20-BAE4-CF3C860BD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7</a:t>
            </a:fld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7D1A7B1-BFDC-6690-82F1-8DA6E4C8490C}"/>
              </a:ext>
            </a:extLst>
          </p:cNvPr>
          <p:cNvSpPr txBox="1"/>
          <p:nvPr/>
        </p:nvSpPr>
        <p:spPr>
          <a:xfrm>
            <a:off x="6777776" y="535463"/>
            <a:ext cx="215218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>
                <a:solidFill>
                  <a:srgbClr val="DBDBDE"/>
                </a:solidFill>
              </a:rPr>
              <a:t>Frontend</a:t>
            </a:r>
          </a:p>
          <a:p>
            <a:pPr marL="285750" indent="-285750">
              <a:buFontTx/>
              <a:buChar char="-"/>
            </a:pPr>
            <a:r>
              <a:rPr lang="fr-FR" sz="2000">
                <a:solidFill>
                  <a:schemeClr val="bg1"/>
                </a:solidFill>
              </a:rPr>
              <a:t>Backend</a:t>
            </a:r>
          </a:p>
          <a:p>
            <a:pPr marL="285750" indent="-285750">
              <a:buFontTx/>
              <a:buChar char="-"/>
            </a:pPr>
            <a:r>
              <a:rPr lang="fr-FR">
                <a:solidFill>
                  <a:srgbClr val="DBDBDE"/>
                </a:solidFill>
              </a:rPr>
              <a:t>API</a:t>
            </a:r>
            <a:endParaRPr lang="fr-FR" sz="1600">
              <a:solidFill>
                <a:srgbClr val="DBDBDE"/>
              </a:solidFill>
            </a:endParaRPr>
          </a:p>
        </p:txBody>
      </p:sp>
      <p:sp>
        <p:nvSpPr>
          <p:cNvPr id="27" name="Flèche : double flèche horizontale 26">
            <a:extLst>
              <a:ext uri="{FF2B5EF4-FFF2-40B4-BE49-F238E27FC236}">
                <a16:creationId xmlns:a16="http://schemas.microsoft.com/office/drawing/2014/main" id="{5A2140A7-39FC-16D7-3D8E-A4FF02C07C99}"/>
              </a:ext>
            </a:extLst>
          </p:cNvPr>
          <p:cNvSpPr/>
          <p:nvPr/>
        </p:nvSpPr>
        <p:spPr>
          <a:xfrm>
            <a:off x="12629063" y="3967609"/>
            <a:ext cx="1006520" cy="353962"/>
          </a:xfrm>
          <a:prstGeom prst="leftRightArrow">
            <a:avLst/>
          </a:prstGeom>
          <a:solidFill>
            <a:srgbClr val="8C94B4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6E045A60-43CE-B5B3-18A9-32FE8F117A92}"/>
              </a:ext>
            </a:extLst>
          </p:cNvPr>
          <p:cNvSpPr/>
          <p:nvPr/>
        </p:nvSpPr>
        <p:spPr>
          <a:xfrm>
            <a:off x="19530353" y="2743200"/>
            <a:ext cx="3546118" cy="304291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E52AEA9-82CE-5BBB-7A68-518053548032}"/>
              </a:ext>
            </a:extLst>
          </p:cNvPr>
          <p:cNvSpPr txBox="1"/>
          <p:nvPr/>
        </p:nvSpPr>
        <p:spPr>
          <a:xfrm>
            <a:off x="19608025" y="3136612"/>
            <a:ext cx="3351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APIs Externes</a:t>
            </a:r>
          </a:p>
        </p:txBody>
      </p:sp>
      <p:pic>
        <p:nvPicPr>
          <p:cNvPr id="31" name="Image 30" descr="Une image contenant Graphique, Caractère coloré, graphisme, créativité&#10;&#10;Le contenu généré par l’IA peut être incorrect.">
            <a:extLst>
              <a:ext uri="{FF2B5EF4-FFF2-40B4-BE49-F238E27FC236}">
                <a16:creationId xmlns:a16="http://schemas.microsoft.com/office/drawing/2014/main" id="{52CC77FD-9EF4-FA4E-0F79-EBCA5C96C0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3020" y="4891600"/>
            <a:ext cx="901039" cy="675779"/>
          </a:xfrm>
          <a:prstGeom prst="rect">
            <a:avLst/>
          </a:prstGeom>
        </p:spPr>
      </p:pic>
      <p:pic>
        <p:nvPicPr>
          <p:cNvPr id="32" name="Image 31" descr="Une image contenant Graphique, capture d’écran, graphisme, logo&#10;&#10;Le contenu généré par l’IA peut être incorrect.">
            <a:extLst>
              <a:ext uri="{FF2B5EF4-FFF2-40B4-BE49-F238E27FC236}">
                <a16:creationId xmlns:a16="http://schemas.microsoft.com/office/drawing/2014/main" id="{9C3FBABB-CA3F-6DBE-E2D6-792A4D8AA9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6868" y="4869423"/>
            <a:ext cx="682121" cy="682121"/>
          </a:xfrm>
          <a:prstGeom prst="rect">
            <a:avLst/>
          </a:prstGeom>
        </p:spPr>
      </p:pic>
      <p:pic>
        <p:nvPicPr>
          <p:cNvPr id="33" name="Image 32" descr="Une image contenant clipart, conception, illustration&#10;&#10;Le contenu généré par l’IA peut être incorrect.">
            <a:extLst>
              <a:ext uri="{FF2B5EF4-FFF2-40B4-BE49-F238E27FC236}">
                <a16:creationId xmlns:a16="http://schemas.microsoft.com/office/drawing/2014/main" id="{0C684055-F080-C6A9-29FF-ECEA563E47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720" y="3772990"/>
            <a:ext cx="988419" cy="988419"/>
          </a:xfrm>
          <a:prstGeom prst="rect">
            <a:avLst/>
          </a:prstGeom>
        </p:spPr>
      </p:pic>
      <p:pic>
        <p:nvPicPr>
          <p:cNvPr id="34" name="Image 33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DF173DA4-17E5-7692-ED86-C1C48CE366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3390" y="3891597"/>
            <a:ext cx="860300" cy="86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79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AF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67004-726F-39AE-13C0-CC778AF19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21BAA8-E704-1DAA-FB68-1D700DD3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>
                <a:solidFill>
                  <a:srgbClr val="34495E"/>
                </a:solidFill>
                <a:latin typeface="Agency FB" panose="020B0503020202020204" pitchFamily="34" charset="0"/>
              </a:rPr>
              <a:t>Présentation Technique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E35CF02-C5AD-B859-12EC-9FF3BC503773}"/>
              </a:ext>
            </a:extLst>
          </p:cNvPr>
          <p:cNvSpPr/>
          <p:nvPr/>
        </p:nvSpPr>
        <p:spPr>
          <a:xfrm>
            <a:off x="337624" y="2743200"/>
            <a:ext cx="3546118" cy="304800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9010F64-6F22-0396-9FD4-3266017CEE2C}"/>
              </a:ext>
            </a:extLst>
          </p:cNvPr>
          <p:cNvSpPr txBox="1"/>
          <p:nvPr/>
        </p:nvSpPr>
        <p:spPr>
          <a:xfrm>
            <a:off x="1008185" y="2890391"/>
            <a:ext cx="2419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Navigateur (</a:t>
            </a:r>
            <a:r>
              <a:rPr lang="fr-FR" sz="32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Front-end</a:t>
            </a:r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pic>
        <p:nvPicPr>
          <p:cNvPr id="11" name="Image 10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5F8AF4F6-B99A-7721-B777-29376EC28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9" y="4114800"/>
            <a:ext cx="1588074" cy="1588074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80D0F10-1696-7BE2-747F-8FC85E262F40}"/>
              </a:ext>
            </a:extLst>
          </p:cNvPr>
          <p:cNvSpPr/>
          <p:nvPr/>
        </p:nvSpPr>
        <p:spPr>
          <a:xfrm>
            <a:off x="4322941" y="2743200"/>
            <a:ext cx="3546118" cy="304291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F9E49CA8-17FD-B360-F50C-298BF234D2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857" y="4264655"/>
            <a:ext cx="3360285" cy="1315236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4AAF31D-2B27-AA7C-EEFB-490C437F6730}"/>
              </a:ext>
            </a:extLst>
          </p:cNvPr>
          <p:cNvSpPr txBox="1"/>
          <p:nvPr/>
        </p:nvSpPr>
        <p:spPr>
          <a:xfrm>
            <a:off x="4886177" y="2890391"/>
            <a:ext cx="2419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API Flask</a:t>
            </a:r>
          </a:p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fr-FR" sz="32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Back-end</a:t>
            </a:r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C4D5EA7-379D-D7A1-013A-DB758F89AAB2}"/>
              </a:ext>
            </a:extLst>
          </p:cNvPr>
          <p:cNvSpPr/>
          <p:nvPr/>
        </p:nvSpPr>
        <p:spPr>
          <a:xfrm>
            <a:off x="8153516" y="2743200"/>
            <a:ext cx="3546118" cy="304291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EE0263A-13E4-875F-FF91-AA77F6771572}"/>
              </a:ext>
            </a:extLst>
          </p:cNvPr>
          <p:cNvSpPr txBox="1"/>
          <p:nvPr/>
        </p:nvSpPr>
        <p:spPr>
          <a:xfrm>
            <a:off x="8231188" y="3136612"/>
            <a:ext cx="3351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APIs Externes</a:t>
            </a:r>
          </a:p>
        </p:txBody>
      </p:sp>
      <p:pic>
        <p:nvPicPr>
          <p:cNvPr id="18" name="Image 17" descr="Une image contenant Graphique, Caractère coloré, graphisme, créativité&#10;&#10;Le contenu généré par l’IA peut être incorrect.">
            <a:extLst>
              <a:ext uri="{FF2B5EF4-FFF2-40B4-BE49-F238E27FC236}">
                <a16:creationId xmlns:a16="http://schemas.microsoft.com/office/drawing/2014/main" id="{248CDE51-57AC-5099-26E3-7740ECD333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183" y="4891600"/>
            <a:ext cx="901039" cy="675779"/>
          </a:xfrm>
          <a:prstGeom prst="rect">
            <a:avLst/>
          </a:prstGeom>
        </p:spPr>
      </p:pic>
      <p:pic>
        <p:nvPicPr>
          <p:cNvPr id="19" name="Image 18" descr="Une image contenant Graphique, capture d’écran, graphisme, logo&#10;&#10;Le contenu généré par l’IA peut être incorrect.">
            <a:extLst>
              <a:ext uri="{FF2B5EF4-FFF2-40B4-BE49-F238E27FC236}">
                <a16:creationId xmlns:a16="http://schemas.microsoft.com/office/drawing/2014/main" id="{E448A94F-8829-AD0A-EF84-825020780A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031" y="4869423"/>
            <a:ext cx="682121" cy="682121"/>
          </a:xfrm>
          <a:prstGeom prst="rect">
            <a:avLst/>
          </a:prstGeom>
        </p:spPr>
      </p:pic>
      <p:pic>
        <p:nvPicPr>
          <p:cNvPr id="20" name="Image 19" descr="Une image contenant clipart, conception, illustration&#10;&#10;Le contenu généré par l’IA peut être incorrect.">
            <a:extLst>
              <a:ext uri="{FF2B5EF4-FFF2-40B4-BE49-F238E27FC236}">
                <a16:creationId xmlns:a16="http://schemas.microsoft.com/office/drawing/2014/main" id="{0E98D290-B9AD-AA47-6AC2-D5599810AA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883" y="3772990"/>
            <a:ext cx="988419" cy="988419"/>
          </a:xfrm>
          <a:prstGeom prst="rect">
            <a:avLst/>
          </a:prstGeom>
        </p:spPr>
      </p:pic>
      <p:sp>
        <p:nvSpPr>
          <p:cNvPr id="21" name="Flèche : double flèche horizontale 20">
            <a:extLst>
              <a:ext uri="{FF2B5EF4-FFF2-40B4-BE49-F238E27FC236}">
                <a16:creationId xmlns:a16="http://schemas.microsoft.com/office/drawing/2014/main" id="{8D14700B-2695-C81E-1F34-7A96FD9853D6}"/>
              </a:ext>
            </a:extLst>
          </p:cNvPr>
          <p:cNvSpPr/>
          <p:nvPr/>
        </p:nvSpPr>
        <p:spPr>
          <a:xfrm>
            <a:off x="3501569" y="3967609"/>
            <a:ext cx="1006520" cy="353962"/>
          </a:xfrm>
          <a:prstGeom prst="leftRightArrow">
            <a:avLst/>
          </a:prstGeom>
          <a:solidFill>
            <a:srgbClr val="8C94B4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lèche : double flèche horizontale 21">
            <a:extLst>
              <a:ext uri="{FF2B5EF4-FFF2-40B4-BE49-F238E27FC236}">
                <a16:creationId xmlns:a16="http://schemas.microsoft.com/office/drawing/2014/main" id="{CBBDE80A-C190-3895-7AC2-9D2F4554E4C9}"/>
              </a:ext>
            </a:extLst>
          </p:cNvPr>
          <p:cNvSpPr/>
          <p:nvPr/>
        </p:nvSpPr>
        <p:spPr>
          <a:xfrm>
            <a:off x="7402784" y="3967609"/>
            <a:ext cx="1006520" cy="353962"/>
          </a:xfrm>
          <a:prstGeom prst="leftRightArrow">
            <a:avLst/>
          </a:prstGeom>
          <a:solidFill>
            <a:srgbClr val="8C94B4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55BF529-EEBE-C9DA-6C3C-E4A715273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8</a:t>
            </a:fld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683D736-68F3-2746-17BE-3D5A0755AB34}"/>
              </a:ext>
            </a:extLst>
          </p:cNvPr>
          <p:cNvSpPr txBox="1"/>
          <p:nvPr/>
        </p:nvSpPr>
        <p:spPr>
          <a:xfrm>
            <a:off x="6700049" y="594835"/>
            <a:ext cx="21521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>
                <a:solidFill>
                  <a:srgbClr val="DBDBDE"/>
                </a:solidFill>
              </a:rPr>
              <a:t>Frontend</a:t>
            </a:r>
          </a:p>
          <a:p>
            <a:pPr marL="285750" indent="-285750">
              <a:buFontTx/>
              <a:buChar char="-"/>
            </a:pPr>
            <a:r>
              <a:rPr lang="fr-FR">
                <a:solidFill>
                  <a:srgbClr val="DBDBDE"/>
                </a:solidFill>
              </a:rPr>
              <a:t>Backend</a:t>
            </a:r>
            <a:endParaRPr lang="fr-FR" sz="2000">
              <a:solidFill>
                <a:srgbClr val="DBDBDE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000">
                <a:solidFill>
                  <a:schemeClr val="bg1"/>
                </a:solidFill>
              </a:rPr>
              <a:t>API</a:t>
            </a:r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605764D7-6E58-F026-7965-55F423FE6DF4}"/>
              </a:ext>
            </a:extLst>
          </p:cNvPr>
          <p:cNvSpPr/>
          <p:nvPr/>
        </p:nvSpPr>
        <p:spPr>
          <a:xfrm>
            <a:off x="4667250" y="-8380758"/>
            <a:ext cx="2505075" cy="2505075"/>
          </a:xfrm>
          <a:prstGeom prst="ellipse">
            <a:avLst/>
          </a:prstGeom>
          <a:solidFill>
            <a:srgbClr val="8C94B4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3208FF6-27FB-6F33-F48C-DA8DE3A0CEB2}"/>
              </a:ext>
            </a:extLst>
          </p:cNvPr>
          <p:cNvSpPr txBox="1"/>
          <p:nvPr/>
        </p:nvSpPr>
        <p:spPr>
          <a:xfrm>
            <a:off x="4981573" y="-8020772"/>
            <a:ext cx="187642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0">
                <a:solidFill>
                  <a:schemeClr val="bg1"/>
                </a:solidFill>
                <a:latin typeface="Modern No. 20" panose="02070704070505020303" pitchFamily="18" charset="0"/>
                <a:cs typeface="Lao UI" panose="020F0502020204030204" pitchFamily="34" charset="0"/>
              </a:rPr>
              <a:t>JB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F93B62D-7B9F-2C4D-308D-E1516D6D58A9}"/>
              </a:ext>
            </a:extLst>
          </p:cNvPr>
          <p:cNvSpPr txBox="1"/>
          <p:nvPr/>
        </p:nvSpPr>
        <p:spPr>
          <a:xfrm>
            <a:off x="2760132" y="9642795"/>
            <a:ext cx="66717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600" b="1">
                <a:solidFill>
                  <a:srgbClr val="34495E"/>
                </a:solidFill>
                <a:latin typeface="Agency FB" panose="020B0503020202020204" pitchFamily="34" charset="0"/>
              </a:rPr>
              <a:t>Place à la démonstration !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0261F09-E2CA-8BB4-3CA8-7938920AA636}"/>
              </a:ext>
            </a:extLst>
          </p:cNvPr>
          <p:cNvSpPr txBox="1"/>
          <p:nvPr/>
        </p:nvSpPr>
        <p:spPr>
          <a:xfrm>
            <a:off x="2051843" y="15150636"/>
            <a:ext cx="8088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>
                <a:solidFill>
                  <a:srgbClr val="283443"/>
                </a:solidFill>
              </a:rPr>
              <a:t>GRAVIER Camille – MONS—</a:t>
            </a:r>
            <a:r>
              <a:rPr lang="fr-FR" err="1">
                <a:solidFill>
                  <a:srgbClr val="283443"/>
                </a:solidFill>
              </a:rPr>
              <a:t>Gouillaud</a:t>
            </a:r>
            <a:r>
              <a:rPr lang="fr-FR">
                <a:solidFill>
                  <a:srgbClr val="283443"/>
                </a:solidFill>
              </a:rPr>
              <a:t> Margault – DORS Sébastien </a:t>
            </a:r>
          </a:p>
        </p:txBody>
      </p:sp>
      <p:pic>
        <p:nvPicPr>
          <p:cNvPr id="31" name="Image 30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D4B15390-07F4-DE5F-1872-1C902A0B2D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553" y="3891597"/>
            <a:ext cx="860300" cy="86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95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94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89B66-6B0F-C7BC-DED7-1130F5AC7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378DDB-16AF-3838-B703-8106FDE2E142}"/>
              </a:ext>
            </a:extLst>
          </p:cNvPr>
          <p:cNvSpPr/>
          <p:nvPr/>
        </p:nvSpPr>
        <p:spPr>
          <a:xfrm>
            <a:off x="-114300" y="-104775"/>
            <a:ext cx="12430125" cy="7048500"/>
          </a:xfrm>
          <a:prstGeom prst="rect">
            <a:avLst/>
          </a:prstGeom>
          <a:gradFill flip="none" rotWithShape="1">
            <a:gsLst>
              <a:gs pos="14000">
                <a:schemeClr val="accent1">
                  <a:lumMod val="5000"/>
                  <a:lumOff val="95000"/>
                </a:schemeClr>
              </a:gs>
              <a:gs pos="61000">
                <a:srgbClr val="A8AFC6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504E50B-135B-B494-693D-E86C2517C29D}"/>
              </a:ext>
            </a:extLst>
          </p:cNvPr>
          <p:cNvSpPr/>
          <p:nvPr/>
        </p:nvSpPr>
        <p:spPr>
          <a:xfrm>
            <a:off x="4667250" y="755889"/>
            <a:ext cx="2505075" cy="2505075"/>
          </a:xfrm>
          <a:prstGeom prst="ellipse">
            <a:avLst/>
          </a:prstGeom>
          <a:solidFill>
            <a:srgbClr val="8C94B4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06E3112-DA61-C437-0E98-425C2C9A884D}"/>
              </a:ext>
            </a:extLst>
          </p:cNvPr>
          <p:cNvSpPr txBox="1"/>
          <p:nvPr/>
        </p:nvSpPr>
        <p:spPr>
          <a:xfrm>
            <a:off x="4981573" y="1115875"/>
            <a:ext cx="187642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0">
                <a:solidFill>
                  <a:schemeClr val="bg1"/>
                </a:solidFill>
                <a:latin typeface="Modern No. 20" panose="02070704070505020303" pitchFamily="18" charset="0"/>
                <a:cs typeface="Lao UI" panose="020F0502020204030204" pitchFamily="34" charset="0"/>
              </a:rPr>
              <a:t>JB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3DD5BD4-6DE1-5531-AED8-F681213495D5}"/>
              </a:ext>
            </a:extLst>
          </p:cNvPr>
          <p:cNvSpPr txBox="1"/>
          <p:nvPr/>
        </p:nvSpPr>
        <p:spPr>
          <a:xfrm>
            <a:off x="2760132" y="4121628"/>
            <a:ext cx="66717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600" b="1">
                <a:solidFill>
                  <a:srgbClr val="34495E"/>
                </a:solidFill>
                <a:latin typeface="Agency FB" panose="020B0503020202020204" pitchFamily="34" charset="0"/>
              </a:rPr>
              <a:t>Place à la démonstration !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B385CD4-E421-16F6-F365-422DBB7A6213}"/>
              </a:ext>
            </a:extLst>
          </p:cNvPr>
          <p:cNvSpPr txBox="1"/>
          <p:nvPr/>
        </p:nvSpPr>
        <p:spPr>
          <a:xfrm>
            <a:off x="2051843" y="6560980"/>
            <a:ext cx="8088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>
                <a:solidFill>
                  <a:srgbClr val="283443"/>
                </a:solidFill>
              </a:rPr>
              <a:t>GRAVIER Camille – MONS—</a:t>
            </a:r>
            <a:r>
              <a:rPr lang="fr-FR" err="1">
                <a:solidFill>
                  <a:srgbClr val="283443"/>
                </a:solidFill>
              </a:rPr>
              <a:t>Gouillaud</a:t>
            </a:r>
            <a:r>
              <a:rPr lang="fr-FR">
                <a:solidFill>
                  <a:srgbClr val="283443"/>
                </a:solidFill>
              </a:rPr>
              <a:t> Margault – DORS Sébastien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AC1F7D9-BFB8-106C-0DE6-EAE9234E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A0E9-083F-4BEF-BB9D-6AA31B79655F}" type="slidenum">
              <a:rPr lang="fr-FR" smtClean="0"/>
              <a:t>9</a:t>
            </a:fld>
            <a:endParaRPr lang="fr-FR"/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98DF96B3-F359-15A7-B372-8C5AF3D167DA}"/>
              </a:ext>
            </a:extLst>
          </p:cNvPr>
          <p:cNvSpPr/>
          <p:nvPr/>
        </p:nvSpPr>
        <p:spPr>
          <a:xfrm>
            <a:off x="-12866066" y="2743200"/>
            <a:ext cx="3546118" cy="304800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36AEB70-8128-CBBC-FC98-049DB161EC7D}"/>
              </a:ext>
            </a:extLst>
          </p:cNvPr>
          <p:cNvSpPr txBox="1"/>
          <p:nvPr/>
        </p:nvSpPr>
        <p:spPr>
          <a:xfrm>
            <a:off x="-12195505" y="2890391"/>
            <a:ext cx="2419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Navigateur (</a:t>
            </a:r>
            <a:r>
              <a:rPr lang="fr-FR" sz="32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Front-end</a:t>
            </a:r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pic>
        <p:nvPicPr>
          <p:cNvPr id="30" name="Image 29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A6A8BD75-0BDB-D5E4-6C2E-63E20D4F9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67821" y="4114800"/>
            <a:ext cx="1588074" cy="1588074"/>
          </a:xfrm>
          <a:prstGeom prst="rect">
            <a:avLst/>
          </a:prstGeom>
        </p:spPr>
      </p:pic>
      <p:sp>
        <p:nvSpPr>
          <p:cNvPr id="31" name="Flèche : double flèche horizontale 30">
            <a:extLst>
              <a:ext uri="{FF2B5EF4-FFF2-40B4-BE49-F238E27FC236}">
                <a16:creationId xmlns:a16="http://schemas.microsoft.com/office/drawing/2014/main" id="{E9E6E0EC-0465-B032-232E-66A6C11777F1}"/>
              </a:ext>
            </a:extLst>
          </p:cNvPr>
          <p:cNvSpPr/>
          <p:nvPr/>
        </p:nvSpPr>
        <p:spPr>
          <a:xfrm>
            <a:off x="-4652078" y="3967609"/>
            <a:ext cx="1006520" cy="353962"/>
          </a:xfrm>
          <a:prstGeom prst="leftRightArrow">
            <a:avLst/>
          </a:prstGeom>
          <a:solidFill>
            <a:srgbClr val="8C94B4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lèche : double flèche horizontale 36">
            <a:extLst>
              <a:ext uri="{FF2B5EF4-FFF2-40B4-BE49-F238E27FC236}">
                <a16:creationId xmlns:a16="http://schemas.microsoft.com/office/drawing/2014/main" id="{9336D629-66CE-C26C-F242-AFB276FD57D0}"/>
              </a:ext>
            </a:extLst>
          </p:cNvPr>
          <p:cNvSpPr/>
          <p:nvPr/>
        </p:nvSpPr>
        <p:spPr>
          <a:xfrm>
            <a:off x="15919559" y="3967609"/>
            <a:ext cx="1006520" cy="353962"/>
          </a:xfrm>
          <a:prstGeom prst="leftRightArrow">
            <a:avLst/>
          </a:prstGeom>
          <a:solidFill>
            <a:srgbClr val="8C94B4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1AAE500B-B099-7829-11ED-CA605DF5AA02}"/>
              </a:ext>
            </a:extLst>
          </p:cNvPr>
          <p:cNvSpPr/>
          <p:nvPr/>
        </p:nvSpPr>
        <p:spPr>
          <a:xfrm>
            <a:off x="4322941" y="9566734"/>
            <a:ext cx="3546118" cy="304291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9" name="Image 38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F8A22CED-088B-B0DC-4C20-488C0F878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857" y="11088189"/>
            <a:ext cx="3360285" cy="1315236"/>
          </a:xfrm>
          <a:prstGeom prst="rect">
            <a:avLst/>
          </a:prstGeom>
        </p:spPr>
      </p:pic>
      <p:sp>
        <p:nvSpPr>
          <p:cNvPr id="40" name="ZoneTexte 39">
            <a:extLst>
              <a:ext uri="{FF2B5EF4-FFF2-40B4-BE49-F238E27FC236}">
                <a16:creationId xmlns:a16="http://schemas.microsoft.com/office/drawing/2014/main" id="{ACE3B968-13F2-658F-A325-B406B623DA80}"/>
              </a:ext>
            </a:extLst>
          </p:cNvPr>
          <p:cNvSpPr txBox="1"/>
          <p:nvPr/>
        </p:nvSpPr>
        <p:spPr>
          <a:xfrm>
            <a:off x="4886177" y="9713925"/>
            <a:ext cx="2419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API Flask</a:t>
            </a:r>
          </a:p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fr-FR" sz="32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Back-end</a:t>
            </a:r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41" name="Titre 1">
            <a:extLst>
              <a:ext uri="{FF2B5EF4-FFF2-40B4-BE49-F238E27FC236}">
                <a16:creationId xmlns:a16="http://schemas.microsoft.com/office/drawing/2014/main" id="{33BB7FFD-3AFA-DF1D-5949-4AB0EBB27E56}"/>
              </a:ext>
            </a:extLst>
          </p:cNvPr>
          <p:cNvSpPr txBox="1">
            <a:spLocks/>
          </p:cNvSpPr>
          <p:nvPr/>
        </p:nvSpPr>
        <p:spPr>
          <a:xfrm>
            <a:off x="838200" y="-31374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>
                <a:solidFill>
                  <a:srgbClr val="34495E"/>
                </a:solidFill>
                <a:latin typeface="Agency FB" panose="020B0503020202020204" pitchFamily="34" charset="0"/>
              </a:rPr>
              <a:t>Présentation Technique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F707E9B-3E7A-916C-BF86-4AE1E2A48C05}"/>
              </a:ext>
            </a:extLst>
          </p:cNvPr>
          <p:cNvSpPr txBox="1"/>
          <p:nvPr/>
        </p:nvSpPr>
        <p:spPr>
          <a:xfrm>
            <a:off x="6700049" y="-2907745"/>
            <a:ext cx="21521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>
                <a:solidFill>
                  <a:srgbClr val="DBDBDE"/>
                </a:solidFill>
              </a:rPr>
              <a:t>Frontend</a:t>
            </a:r>
          </a:p>
          <a:p>
            <a:pPr marL="285750" indent="-285750">
              <a:buFontTx/>
              <a:buChar char="-"/>
            </a:pPr>
            <a:r>
              <a:rPr lang="fr-FR">
                <a:solidFill>
                  <a:srgbClr val="DBDBDE"/>
                </a:solidFill>
              </a:rPr>
              <a:t>Backend</a:t>
            </a:r>
            <a:endParaRPr lang="fr-FR" sz="2000">
              <a:solidFill>
                <a:srgbClr val="DBDBDE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000">
                <a:solidFill>
                  <a:schemeClr val="bg1"/>
                </a:solidFill>
              </a:rPr>
              <a:t>API</a:t>
            </a:r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6DCDC512-FE52-0672-4088-EEC339C53E7B}"/>
              </a:ext>
            </a:extLst>
          </p:cNvPr>
          <p:cNvSpPr/>
          <p:nvPr/>
        </p:nvSpPr>
        <p:spPr>
          <a:xfrm>
            <a:off x="20488286" y="2743200"/>
            <a:ext cx="3546118" cy="3042910"/>
          </a:xfrm>
          <a:prstGeom prst="roundRect">
            <a:avLst/>
          </a:prstGeom>
          <a:solidFill>
            <a:srgbClr val="DBDBDE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E15DD59B-E1CF-70EA-055E-6437A1918DE5}"/>
              </a:ext>
            </a:extLst>
          </p:cNvPr>
          <p:cNvSpPr txBox="1"/>
          <p:nvPr/>
        </p:nvSpPr>
        <p:spPr>
          <a:xfrm>
            <a:off x="20565958" y="3136612"/>
            <a:ext cx="3351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APIs Externes</a:t>
            </a:r>
          </a:p>
        </p:txBody>
      </p:sp>
      <p:pic>
        <p:nvPicPr>
          <p:cNvPr id="45" name="Image 44" descr="Une image contenant Graphique, Caractère coloré, graphisme, créativité&#10;&#10;Le contenu généré par l’IA peut être incorrect.">
            <a:extLst>
              <a:ext uri="{FF2B5EF4-FFF2-40B4-BE49-F238E27FC236}">
                <a16:creationId xmlns:a16="http://schemas.microsoft.com/office/drawing/2014/main" id="{BDA669D1-A31A-9C6E-8FCE-4E2F0DF6F6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0953" y="4891600"/>
            <a:ext cx="901039" cy="675779"/>
          </a:xfrm>
          <a:prstGeom prst="rect">
            <a:avLst/>
          </a:prstGeom>
        </p:spPr>
      </p:pic>
      <p:pic>
        <p:nvPicPr>
          <p:cNvPr id="46" name="Image 45" descr="Une image contenant Graphique, capture d’écran, graphisme, logo&#10;&#10;Le contenu généré par l’IA peut être incorrect.">
            <a:extLst>
              <a:ext uri="{FF2B5EF4-FFF2-40B4-BE49-F238E27FC236}">
                <a16:creationId xmlns:a16="http://schemas.microsoft.com/office/drawing/2014/main" id="{CD1A2F1A-F42E-B9E9-9E93-6E33A78664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4801" y="4869423"/>
            <a:ext cx="682121" cy="682121"/>
          </a:xfrm>
          <a:prstGeom prst="rect">
            <a:avLst/>
          </a:prstGeom>
        </p:spPr>
      </p:pic>
      <p:pic>
        <p:nvPicPr>
          <p:cNvPr id="47" name="Image 46" descr="Une image contenant clipart, conception, illustration&#10;&#10;Le contenu généré par l’IA peut être incorrect.">
            <a:extLst>
              <a:ext uri="{FF2B5EF4-FFF2-40B4-BE49-F238E27FC236}">
                <a16:creationId xmlns:a16="http://schemas.microsoft.com/office/drawing/2014/main" id="{5AB1BE92-2725-39BE-7504-13717E47DC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1653" y="3772990"/>
            <a:ext cx="988419" cy="988419"/>
          </a:xfrm>
          <a:prstGeom prst="rect">
            <a:avLst/>
          </a:prstGeom>
        </p:spPr>
      </p:pic>
      <p:pic>
        <p:nvPicPr>
          <p:cNvPr id="48" name="Image 47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1D5D1FF2-2505-3D4A-FC07-D996D05DD3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1323" y="3891597"/>
            <a:ext cx="860300" cy="86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29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9</Slides>
  <Notes>7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Majordome Bieber</vt:lpstr>
      <vt:lpstr>Sommaire</vt:lpstr>
      <vt:lpstr>Equipe</vt:lpstr>
      <vt:lpstr>Projet</vt:lpstr>
      <vt:lpstr>Outils Utilisés</vt:lpstr>
      <vt:lpstr>Présentation Technique</vt:lpstr>
      <vt:lpstr>Présentation Technique</vt:lpstr>
      <vt:lpstr>Présentation Technique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DORS Sebastien</dc:creator>
  <cp:revision>8</cp:revision>
  <dcterms:created xsi:type="dcterms:W3CDTF">2025-11-01T16:41:46Z</dcterms:created>
  <dcterms:modified xsi:type="dcterms:W3CDTF">2025-11-03T15:29:27Z</dcterms:modified>
</cp:coreProperties>
</file>